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2" r:id="rId3"/>
    <p:sldMasterId id="2147483674" r:id="rId4"/>
    <p:sldMasterId id="2147483687" r:id="rId5"/>
    <p:sldMasterId id="2147483700" r:id="rId6"/>
    <p:sldMasterId id="2147483713" r:id="rId7"/>
    <p:sldMasterId id="2147483726" r:id="rId8"/>
  </p:sldMasterIdLst>
  <p:notesMasterIdLst>
    <p:notesMasterId r:id="rId10"/>
  </p:notesMasterIdLst>
  <p:sldIdLst>
    <p:sldId id="256" r:id="rId9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534" r:id="rId23"/>
    <p:sldId id="535" r:id="rId24"/>
    <p:sldId id="545" r:id="rId25"/>
    <p:sldId id="546" r:id="rId26"/>
    <p:sldId id="547" r:id="rId27"/>
    <p:sldId id="548" r:id="rId28"/>
    <p:sldId id="549" r:id="rId29"/>
    <p:sldId id="270" r:id="rId30"/>
    <p:sldId id="271" r:id="rId31"/>
    <p:sldId id="269" r:id="rId32"/>
    <p:sldId id="294" r:id="rId33"/>
    <p:sldId id="272" r:id="rId34"/>
    <p:sldId id="295" r:id="rId35"/>
    <p:sldId id="273" r:id="rId36"/>
    <p:sldId id="274" r:id="rId37"/>
    <p:sldId id="275" r:id="rId38"/>
    <p:sldId id="276" r:id="rId39"/>
    <p:sldId id="277" r:id="rId40"/>
    <p:sldId id="278" r:id="rId41"/>
    <p:sldId id="279" r:id="rId42"/>
    <p:sldId id="280" r:id="rId43"/>
    <p:sldId id="281" r:id="rId44"/>
    <p:sldId id="282" r:id="rId45"/>
    <p:sldId id="283" r:id="rId46"/>
    <p:sldId id="284" r:id="rId47"/>
    <p:sldId id="285" r:id="rId48"/>
    <p:sldId id="286" r:id="rId49"/>
    <p:sldId id="287" r:id="rId50"/>
    <p:sldId id="288" r:id="rId51"/>
    <p:sldId id="289" r:id="rId52"/>
    <p:sldId id="290" r:id="rId53"/>
    <p:sldId id="550" r:id="rId54"/>
    <p:sldId id="551" r:id="rId55"/>
    <p:sldId id="552" r:id="rId56"/>
    <p:sldId id="291" r:id="rId57"/>
    <p:sldId id="292" r:id="rId58"/>
    <p:sldId id="293" r:id="rId59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1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2" Type="http://schemas.openxmlformats.org/officeDocument/2006/relationships/tableStyles" Target="tableStyles.xml"/><Relationship Id="rId61" Type="http://schemas.openxmlformats.org/officeDocument/2006/relationships/viewProps" Target="viewProps.xml"/><Relationship Id="rId60" Type="http://schemas.openxmlformats.org/officeDocument/2006/relationships/presProps" Target="presProps.xml"/><Relationship Id="rId6" Type="http://schemas.openxmlformats.org/officeDocument/2006/relationships/slideMaster" Target="slideMasters/slideMaster5.xml"/><Relationship Id="rId59" Type="http://schemas.openxmlformats.org/officeDocument/2006/relationships/slide" Target="slides/slide50.xml"/><Relationship Id="rId58" Type="http://schemas.openxmlformats.org/officeDocument/2006/relationships/slide" Target="slides/slide49.xml"/><Relationship Id="rId57" Type="http://schemas.openxmlformats.org/officeDocument/2006/relationships/slide" Target="slides/slide48.xml"/><Relationship Id="rId56" Type="http://schemas.openxmlformats.org/officeDocument/2006/relationships/slide" Target="slides/slide47.xml"/><Relationship Id="rId55" Type="http://schemas.openxmlformats.org/officeDocument/2006/relationships/slide" Target="slides/slide46.xml"/><Relationship Id="rId54" Type="http://schemas.openxmlformats.org/officeDocument/2006/relationships/slide" Target="slides/slide45.xml"/><Relationship Id="rId53" Type="http://schemas.openxmlformats.org/officeDocument/2006/relationships/slide" Target="slides/slide44.xml"/><Relationship Id="rId52" Type="http://schemas.openxmlformats.org/officeDocument/2006/relationships/slide" Target="slides/slide43.xml"/><Relationship Id="rId51" Type="http://schemas.openxmlformats.org/officeDocument/2006/relationships/slide" Target="slides/slide42.xml"/><Relationship Id="rId50" Type="http://schemas.openxmlformats.org/officeDocument/2006/relationships/slide" Target="slides/slide41.xml"/><Relationship Id="rId5" Type="http://schemas.openxmlformats.org/officeDocument/2006/relationships/slideMaster" Target="slideMasters/slideMaster4.xml"/><Relationship Id="rId49" Type="http://schemas.openxmlformats.org/officeDocument/2006/relationships/slide" Target="slides/slide40.xml"/><Relationship Id="rId48" Type="http://schemas.openxmlformats.org/officeDocument/2006/relationships/slide" Target="slides/slide39.xml"/><Relationship Id="rId47" Type="http://schemas.openxmlformats.org/officeDocument/2006/relationships/slide" Target="slides/slide38.xml"/><Relationship Id="rId46" Type="http://schemas.openxmlformats.org/officeDocument/2006/relationships/slide" Target="slides/slide37.xml"/><Relationship Id="rId45" Type="http://schemas.openxmlformats.org/officeDocument/2006/relationships/slide" Target="slides/slide36.xml"/><Relationship Id="rId44" Type="http://schemas.openxmlformats.org/officeDocument/2006/relationships/slide" Target="slides/slide35.xml"/><Relationship Id="rId43" Type="http://schemas.openxmlformats.org/officeDocument/2006/relationships/slide" Target="slides/slide34.xml"/><Relationship Id="rId42" Type="http://schemas.openxmlformats.org/officeDocument/2006/relationships/slide" Target="slides/slide33.xml"/><Relationship Id="rId41" Type="http://schemas.openxmlformats.org/officeDocument/2006/relationships/slide" Target="slides/slide32.xml"/><Relationship Id="rId40" Type="http://schemas.openxmlformats.org/officeDocument/2006/relationships/slide" Target="slides/slide31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30.xml"/><Relationship Id="rId38" Type="http://schemas.openxmlformats.org/officeDocument/2006/relationships/slide" Target="slides/slide29.xml"/><Relationship Id="rId37" Type="http://schemas.openxmlformats.org/officeDocument/2006/relationships/slide" Target="slides/slide28.xml"/><Relationship Id="rId36" Type="http://schemas.openxmlformats.org/officeDocument/2006/relationships/slide" Target="slides/slide27.xml"/><Relationship Id="rId35" Type="http://schemas.openxmlformats.org/officeDocument/2006/relationships/slide" Target="slides/slide26.xml"/><Relationship Id="rId34" Type="http://schemas.openxmlformats.org/officeDocument/2006/relationships/slide" Target="slides/slide25.xml"/><Relationship Id="rId33" Type="http://schemas.openxmlformats.org/officeDocument/2006/relationships/slide" Target="slides/slide24.xml"/><Relationship Id="rId32" Type="http://schemas.openxmlformats.org/officeDocument/2006/relationships/slide" Target="slides/slide23.xml"/><Relationship Id="rId31" Type="http://schemas.openxmlformats.org/officeDocument/2006/relationships/slide" Target="slides/slide22.xml"/><Relationship Id="rId30" Type="http://schemas.openxmlformats.org/officeDocument/2006/relationships/slide" Target="slides/slide21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0.xml"/><Relationship Id="rId28" Type="http://schemas.openxmlformats.org/officeDocument/2006/relationships/slide" Target="slides/slide19.xml"/><Relationship Id="rId27" Type="http://schemas.openxmlformats.org/officeDocument/2006/relationships/slide" Target="slides/slide18.xml"/><Relationship Id="rId26" Type="http://schemas.openxmlformats.org/officeDocument/2006/relationships/slide" Target="slides/slide17.xml"/><Relationship Id="rId25" Type="http://schemas.openxmlformats.org/officeDocument/2006/relationships/slide" Target="slides/slide16.xml"/><Relationship Id="rId24" Type="http://schemas.openxmlformats.org/officeDocument/2006/relationships/slide" Target="slides/slide15.xml"/><Relationship Id="rId23" Type="http://schemas.openxmlformats.org/officeDocument/2006/relationships/slide" Target="slides/slide14.xml"/><Relationship Id="rId22" Type="http://schemas.openxmlformats.org/officeDocument/2006/relationships/slide" Target="slides/slide13.xml"/><Relationship Id="rId21" Type="http://schemas.openxmlformats.org/officeDocument/2006/relationships/slide" Target="slides/slide12.xml"/><Relationship Id="rId20" Type="http://schemas.openxmlformats.org/officeDocument/2006/relationships/slide" Target="slides/slide11.xml"/><Relationship Id="rId2" Type="http://schemas.openxmlformats.org/officeDocument/2006/relationships/theme" Target="theme/theme1.xml"/><Relationship Id="rId19" Type="http://schemas.openxmlformats.org/officeDocument/2006/relationships/slide" Target="slides/slide10.xml"/><Relationship Id="rId18" Type="http://schemas.openxmlformats.org/officeDocument/2006/relationships/slide" Target="slides/slide9.xml"/><Relationship Id="rId17" Type="http://schemas.openxmlformats.org/officeDocument/2006/relationships/slide" Target="slides/slide8.xml"/><Relationship Id="rId16" Type="http://schemas.openxmlformats.org/officeDocument/2006/relationships/slide" Target="slides/slide7.xml"/><Relationship Id="rId15" Type="http://schemas.openxmlformats.org/officeDocument/2006/relationships/slide" Target="slides/slide6.xml"/><Relationship Id="rId14" Type="http://schemas.openxmlformats.org/officeDocument/2006/relationships/slide" Target="slides/slide5.xml"/><Relationship Id="rId13" Type="http://schemas.openxmlformats.org/officeDocument/2006/relationships/slide" Target="slides/slide4.xml"/><Relationship Id="rId12" Type="http://schemas.openxmlformats.org/officeDocument/2006/relationships/slide" Target="slides/slide3.xml"/><Relationship Id="rId11" Type="http://schemas.openxmlformats.org/officeDocument/2006/relationships/slide" Target="slides/slide2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.wmf"/><Relationship Id="rId1" Type="http://schemas.openxmlformats.org/officeDocument/2006/relationships/image" Target="../media/image12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image" Target="../media/image14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.wmf"/><Relationship Id="rId1" Type="http://schemas.openxmlformats.org/officeDocument/2006/relationships/image" Target="../media/image16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334430419e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8" name="Google Shape;568;g334430419e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69" name="Google Shape;569;g334430419e7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3350d069d70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77" name="Google Shape;577;g3350d069d70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3" name="Google Shape;583;p3:notes"/>
          <p:cNvSpPr txBox="1">
            <a:spLocks noGrp="1"/>
          </p:cNvSpPr>
          <p:nvPr>
            <p:ph type="body" idx="1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84" name="Google Shape;584;p3:notes"/>
          <p:cNvSpPr txBox="1">
            <a:spLocks noGrp="1"/>
          </p:cNvSpPr>
          <p:nvPr>
            <p:ph type="sldNum" idx="12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strike="noStrik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fld>
            <a:endParaRPr sz="1400" b="0" strike="noStrik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91" name="Google Shape;59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98" name="Google Shape;59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08" name="Google Shape;60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15" name="Google Shape;61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28" name="Google Shape;62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37" name="Google Shape;63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44" name="Google Shape;64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51" name="Google Shape;65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58" name="Google Shape;65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/>
              <a:t>class Circle {</a:t>
            </a: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/>
              <a:t>	/** The radius of this circle */</a:t>
            </a: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/>
              <a:t>	double radius = 1.0;</a:t>
            </a: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/>
              <a:t>	/** Construct a circle object */</a:t>
            </a: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/>
              <a:t>	Circle() {</a:t>
            </a: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/>
              <a:t>	}</a:t>
            </a: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/>
              <a:t>	/** Construct a circle object */</a:t>
            </a: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/>
              <a:t>	Circle(double newRadius) {</a:t>
            </a: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/>
              <a:t>		radius = newRadius;</a:t>
            </a: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/>
              <a:t>	}</a:t>
            </a: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/>
              <a:t>	/** Return the area of this circle */</a:t>
            </a: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/>
              <a:t>	double getArea() {</a:t>
            </a: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/>
              <a:t>		return radius * radius * 3.14159;</a:t>
            </a: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/>
              <a:t>	}</a:t>
            </a: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/>
              <a:t>}</a:t>
            </a: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/>
              <a:t>class Main {</a:t>
            </a: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/>
              <a:t>    public static void main(String[] args) {</a:t>
            </a: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/>
              <a:t>        Circle c1 = new Circle();</a:t>
            </a: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/>
              <a:t>        Circle c2 = new Circle(5.0);</a:t>
            </a: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/>
              <a:t>        System.out.println("radius of c1 object: " + c1.radius);</a:t>
            </a: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/>
              <a:t>        System.out.println("radius of c2 object: " + c2.radius);</a:t>
            </a: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/>
              <a:t>      //  System.out.println();</a:t>
            </a: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/>
              <a:t>      //  System.out.println("Area of c1 object: " + c1.getArea());</a:t>
            </a: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/>
              <a:t>      //  System.out.println("Area of c2 object: " + c2.getArea());</a:t>
            </a: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/>
              <a:t>    }</a:t>
            </a: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/>
              <a:t>}</a:t>
            </a: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65" name="Google Shape;66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79" name="Google Shape;67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86" name="Google Shape;68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72" name="Google Shape;67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95" name="Google Shape;69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03" name="Google Shape;70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10" name="Google Shape;710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/>
              <a:t>class Student {</a:t>
            </a: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/>
              <a:t>   String name; // name has default value null</a:t>
            </a: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/>
              <a:t>   int age;     // age has default value 0</a:t>
            </a: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/>
              <a:t>   boolean isScienceMajor; // isScienceMajor has default value false</a:t>
            </a: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/>
              <a:t>   char gender; // c has default value '\u0000'</a:t>
            </a: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/>
              <a:t>}</a:t>
            </a: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/>
              <a:t>public class Main {</a:t>
            </a: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/>
              <a:t>   public static void main(String[] args) {</a:t>
            </a: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/>
              <a:t>      Student student = new Student();</a:t>
            </a: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/>
              <a:t>      System.out.println("name?\t\t\t " + student.name);</a:t>
            </a: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/>
              <a:t>      System.out.println("age?\t\t\t "  + student.age );</a:t>
            </a: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/>
              <a:t>      System.out.println("isScienceMajor?\t " + student.isScienceMajor);</a:t>
            </a: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/>
              <a:t>      System.out.println("gender?\t\t\t " + student.gender);</a:t>
            </a: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/>
              <a:t>   }</a:t>
            </a: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/>
              <a:t>}</a:t>
            </a: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17" name="Google Shape;717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/>
              <a:t>public class Main {</a:t>
            </a: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/>
              <a:t>   public static void main(String[] args) {</a:t>
            </a: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/>
              <a:t>      int x;    // x has no default value</a:t>
            </a: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/>
              <a:t>      String y; // y has no default value</a:t>
            </a: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/>
              <a:t>      System.out.println("x is " + x);</a:t>
            </a: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/>
              <a:t>      System.out.println("y is " + y);</a:t>
            </a: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/>
              <a:t>   }</a:t>
            </a: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/>
              <a:t>}</a:t>
            </a: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24" name="Google Shape;724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31" name="Google Shape;731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40" name="Google Shape;740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g2d92890528a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49" name="Google Shape;749;g2d92890528a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g2d92890528a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57" name="Google Shape;757;g2d92890528a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65" name="Google Shape;765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72" name="Google Shape;772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79" name="Google Shape;779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/>
              <a:t>import java.util.Date;</a:t>
            </a: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/>
              <a:t>public class Main {</a:t>
            </a: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/>
              <a:t>    public static void main(String[] args) {</a:t>
            </a: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/>
              <a:t>        Date currentDate = new Date(); // Creates an instance with the current date &amp; time</a:t>
            </a: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/>
              <a:t>        System.out.println(currentDate); // Prints the date as a string</a:t>
            </a: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/>
              <a:t>        System.out.println(currentDate.toString());</a:t>
            </a: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/>
              <a:t>    }</a:t>
            </a: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}</a:t>
            </a:r>
            <a:endParaRPr lang="en-US"/>
          </a:p>
        </p:txBody>
      </p:sp>
      <p:sp>
        <p:nvSpPr>
          <p:cNvPr id="786" name="Google Shape;786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/>
              <a:t>import java.util.Date;</a:t>
            </a: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/>
              <a:t>public class Main {</a:t>
            </a: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/>
              <a:t>    public static void main(String[] args) {</a:t>
            </a: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/>
              <a:t>        long milliseconds = 100000000000L; </a:t>
            </a: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/>
              <a:t>        </a:t>
            </a: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/>
              <a:t>        Date date = new Date(milliseconds); // Creating Date object</a:t>
            </a: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/>
              <a:t>        System.out.println("Date for given milliseconds: " + date);</a:t>
            </a: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/>
              <a:t>        System.out.println("Date for given milliseconds: " + date.toString());</a:t>
            </a: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/>
              <a:t>    }</a:t>
            </a: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/>
              <a:t>}</a:t>
            </a: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93" name="Google Shape;793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01" name="Google Shape;801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08" name="Google Shape;808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/>
              <a:t>import java.util.Random;</a:t>
            </a: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/>
              <a:t>public class Main {</a:t>
            </a: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/>
              <a:t>    public static void main(String[] args) {</a:t>
            </a: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/>
              <a:t>        Random random1 = new Random(100); // Random object with seed 100</a:t>
            </a: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/>
              <a:t>        Random random2 = new Random(100); // Another Random object with the same seed</a:t>
            </a: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/>
              <a:t>        // Generate some random numbers</a:t>
            </a: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/>
              <a:t>        System.out.println(random1.nextInt(100)); // Output: 28</a:t>
            </a: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/>
              <a:t>        System.out.println(random1.nextInt(100)); // Output: 97</a:t>
            </a: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/>
              <a:t>        System.out.println(random2.nextInt(100)); // Output: 28 (Same as random1)</a:t>
            </a: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/>
              <a:t>        System.out.println(random2.nextInt(100)); // Output: 97 (Same as random1)</a:t>
            </a: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/>
              <a:t>    }</a:t>
            </a: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/>
              <a:t>}</a:t>
            </a: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15" name="Google Shape;815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23" name="Google Shape;823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30" name="Google Shape;830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37" name="Google Shape;837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44" name="Google Shape;844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53" name="Google Shape;853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, Content">
  <p:cSld name="OBJECT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47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47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 Slide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Slide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62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62"/>
          <p:cNvSpPr txBox="1">
            <a:spLocks noGrp="1"/>
          </p:cNvSpPr>
          <p:nvPr>
            <p:ph type="subTitle" idx="1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itle, 2 Content">
  <p:cSld name="TWO_OBJECTS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63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63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63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4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matchingName="Centered Text">
  <p:cSld name="OBJECT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5"/>
          <p:cNvSpPr txBox="1">
            <a:spLocks noGrp="1"/>
          </p:cNvSpPr>
          <p:nvPr>
            <p:ph type="subTitle" idx="1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matchingName="Title, 2 Content and Content">
  <p:cSld name="TWO_OBJECTS_AND_OBJEC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6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6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66"/>
          <p:cNvSpPr txBox="1">
            <a:spLocks noGrp="1"/>
          </p:cNvSpPr>
          <p:nvPr>
            <p:ph type="body" idx="2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66"/>
          <p:cNvSpPr txBox="1">
            <a:spLocks noGrp="1"/>
          </p:cNvSpPr>
          <p:nvPr>
            <p:ph type="body" idx="3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matchingName="Title Content and 2 Content">
  <p:cSld name="OBJECT_AND_TWO_OBJECTS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7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7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67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67"/>
          <p:cNvSpPr txBox="1">
            <a:spLocks noGrp="1"/>
          </p:cNvSpPr>
          <p:nvPr>
            <p:ph type="body" idx="3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matchingName="Title, 2 Content over Content">
  <p:cSld name="TWO_OBJECTS_OVER_TEX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8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8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8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68"/>
          <p:cNvSpPr txBox="1">
            <a:spLocks noGrp="1"/>
          </p:cNvSpPr>
          <p:nvPr>
            <p:ph type="body" idx="3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matchingName="Title, Content over Content">
  <p:cSld name="OBJECT_OVER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9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9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69"/>
          <p:cNvSpPr txBox="1">
            <a:spLocks noGrp="1"/>
          </p:cNvSpPr>
          <p:nvPr>
            <p:ph type="body" idx="2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matchingName="Title, 4 Content">
  <p:cSld name="FOUR_OBJECTS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0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0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70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70"/>
          <p:cNvSpPr txBox="1">
            <a:spLocks noGrp="1"/>
          </p:cNvSpPr>
          <p:nvPr>
            <p:ph type="body" idx="3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70"/>
          <p:cNvSpPr txBox="1">
            <a:spLocks noGrp="1"/>
          </p:cNvSpPr>
          <p:nvPr>
            <p:ph type="body" idx="4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1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71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71"/>
          <p:cNvSpPr txBox="1">
            <a:spLocks noGrp="1"/>
          </p:cNvSpPr>
          <p:nvPr>
            <p:ph type="body" idx="2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56" name="Google Shape;56;p71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079000" y="1604520"/>
            <a:ext cx="4984920" cy="3977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71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079000" y="1604520"/>
            <a:ext cx="4984920" cy="39772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0" matchingName="Title Slide 1">
  <p:cSld name="TITLE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34430419e7_0_108"/>
          <p:cNvSpPr/>
          <p:nvPr/>
        </p:nvSpPr>
        <p:spPr>
          <a:xfrm>
            <a:off x="0" y="0"/>
            <a:ext cx="752400" cy="6858000"/>
          </a:xfrm>
          <a:prstGeom prst="rect">
            <a:avLst/>
          </a:prstGeom>
          <a:gradFill>
            <a:gsLst>
              <a:gs pos="0">
                <a:srgbClr val="FEAC69"/>
              </a:gs>
              <a:gs pos="50000">
                <a:schemeClr val="accent1"/>
              </a:gs>
              <a:gs pos="100000">
                <a:srgbClr val="992E2C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0" name="Google Shape;60;g334430419e7_0_108"/>
          <p:cNvSpPr txBox="1">
            <a:spLocks noGrp="1"/>
          </p:cNvSpPr>
          <p:nvPr>
            <p:ph type="ctrTitle"/>
          </p:nvPr>
        </p:nvSpPr>
        <p:spPr>
          <a:xfrm>
            <a:off x="1216152" y="1267485"/>
            <a:ext cx="7236000" cy="51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500"/>
              <a:buFont typeface="Calibri" panose="020F0502020204030204"/>
              <a:buNone/>
              <a:defRPr sz="11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g334430419e7_0_108"/>
          <p:cNvSpPr txBox="1">
            <a:spLocks noGrp="1"/>
          </p:cNvSpPr>
          <p:nvPr>
            <p:ph type="subTitle" idx="1"/>
          </p:nvPr>
        </p:nvSpPr>
        <p:spPr>
          <a:xfrm>
            <a:off x="1216151" y="201702"/>
            <a:ext cx="61896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r">
              <a:spcBef>
                <a:spcPts val="480"/>
              </a:spcBef>
              <a:spcAft>
                <a:spcPts val="0"/>
              </a:spcAft>
              <a:buClr>
                <a:srgbClr val="A59B98"/>
              </a:buClr>
              <a:buSzPts val="2400"/>
              <a:buNone/>
              <a:defRPr sz="2400">
                <a:solidFill>
                  <a:srgbClr val="A59B98"/>
                </a:solidFill>
              </a:defRPr>
            </a:lvl1pPr>
            <a:lvl2pPr lvl="1" algn="ctr">
              <a:spcBef>
                <a:spcPts val="360"/>
              </a:spcBef>
              <a:spcAft>
                <a:spcPts val="0"/>
              </a:spcAft>
              <a:buClr>
                <a:srgbClr val="949AA0"/>
              </a:buClr>
              <a:buSzPts val="1800"/>
              <a:buNone/>
              <a:defRPr>
                <a:solidFill>
                  <a:srgbClr val="949AA0"/>
                </a:solidFill>
              </a:defRPr>
            </a:lvl2pPr>
            <a:lvl3pPr lvl="2" algn="ctr">
              <a:spcBef>
                <a:spcPts val="360"/>
              </a:spcBef>
              <a:spcAft>
                <a:spcPts val="0"/>
              </a:spcAft>
              <a:buClr>
                <a:srgbClr val="949AA0"/>
              </a:buClr>
              <a:buSzPts val="1800"/>
              <a:buNone/>
              <a:defRPr>
                <a:solidFill>
                  <a:srgbClr val="949AA0"/>
                </a:solidFill>
              </a:defRPr>
            </a:lvl3pPr>
            <a:lvl4pPr lvl="3" algn="ctr">
              <a:spcBef>
                <a:spcPts val="360"/>
              </a:spcBef>
              <a:spcAft>
                <a:spcPts val="0"/>
              </a:spcAft>
              <a:buClr>
                <a:srgbClr val="949AA0"/>
              </a:buClr>
              <a:buSzPts val="1800"/>
              <a:buNone/>
              <a:defRPr>
                <a:solidFill>
                  <a:srgbClr val="949AA0"/>
                </a:solidFill>
              </a:defRPr>
            </a:lvl4pPr>
            <a:lvl5pPr lvl="4" algn="ctr">
              <a:spcBef>
                <a:spcPts val="360"/>
              </a:spcBef>
              <a:spcAft>
                <a:spcPts val="0"/>
              </a:spcAft>
              <a:buClr>
                <a:srgbClr val="949AA0"/>
              </a:buClr>
              <a:buSzPts val="1800"/>
              <a:buNone/>
              <a:defRPr>
                <a:solidFill>
                  <a:srgbClr val="949AA0"/>
                </a:solidFill>
              </a:defRPr>
            </a:lvl5pPr>
            <a:lvl6pPr lvl="5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949AA0"/>
                </a:solidFill>
              </a:defRPr>
            </a:lvl6pPr>
            <a:lvl7pPr lvl="6" algn="ctr">
              <a:spcBef>
                <a:spcPts val="360"/>
              </a:spcBef>
              <a:spcAft>
                <a:spcPts val="0"/>
              </a:spcAft>
              <a:buClr>
                <a:srgbClr val="949AA0"/>
              </a:buClr>
              <a:buSzPts val="1800"/>
              <a:buNone/>
              <a:defRPr>
                <a:solidFill>
                  <a:srgbClr val="949AA0"/>
                </a:solidFill>
              </a:defRPr>
            </a:lvl7pPr>
            <a:lvl8pPr lvl="7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949AA0"/>
                </a:solidFill>
              </a:defRPr>
            </a:lvl8pPr>
            <a:lvl9pPr lvl="8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949AA0"/>
                </a:solidFill>
              </a:defRPr>
            </a:lvl9pPr>
          </a:lstStyle>
          <a:p/>
        </p:txBody>
      </p:sp>
      <p:sp>
        <p:nvSpPr>
          <p:cNvPr id="62" name="Google Shape;62;g334430419e7_0_108"/>
          <p:cNvSpPr txBox="1">
            <a:spLocks noGrp="1"/>
          </p:cNvSpPr>
          <p:nvPr>
            <p:ph type="dt" idx="10"/>
          </p:nvPr>
        </p:nvSpPr>
        <p:spPr>
          <a:xfrm rot="-5400000">
            <a:off x="-1198647" y="4821151"/>
            <a:ext cx="26259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g334430419e7_0_108"/>
          <p:cNvSpPr txBox="1">
            <a:spLocks noGrp="1"/>
          </p:cNvSpPr>
          <p:nvPr>
            <p:ph type="ftr" idx="11"/>
          </p:nvPr>
        </p:nvSpPr>
        <p:spPr>
          <a:xfrm>
            <a:off x="1259680" y="6553200"/>
            <a:ext cx="716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g334430419e7_0_108"/>
          <p:cNvSpPr txBox="1">
            <a:spLocks noGrp="1"/>
          </p:cNvSpPr>
          <p:nvPr>
            <p:ph type="sldNum" idx="12"/>
          </p:nvPr>
        </p:nvSpPr>
        <p:spPr>
          <a:xfrm>
            <a:off x="8150469" y="236415"/>
            <a:ext cx="785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1400" b="0">
                <a:solidFill>
                  <a:srgbClr val="A59B9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l">
              <a:spcBef>
                <a:spcPts val="0"/>
              </a:spcBef>
              <a:buNone/>
              <a:defRPr sz="1400" b="0">
                <a:solidFill>
                  <a:srgbClr val="A59B9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l">
              <a:spcBef>
                <a:spcPts val="0"/>
              </a:spcBef>
              <a:buNone/>
              <a:defRPr sz="1400" b="0">
                <a:solidFill>
                  <a:srgbClr val="A59B9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l">
              <a:spcBef>
                <a:spcPts val="0"/>
              </a:spcBef>
              <a:buNone/>
              <a:defRPr sz="1400" b="0">
                <a:solidFill>
                  <a:srgbClr val="A59B9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l">
              <a:spcBef>
                <a:spcPts val="0"/>
              </a:spcBef>
              <a:buNone/>
              <a:defRPr sz="1400" b="0">
                <a:solidFill>
                  <a:srgbClr val="A59B9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l">
              <a:spcBef>
                <a:spcPts val="0"/>
              </a:spcBef>
              <a:buNone/>
              <a:defRPr sz="1400" b="0">
                <a:solidFill>
                  <a:srgbClr val="A59B9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l">
              <a:spcBef>
                <a:spcPts val="0"/>
              </a:spcBef>
              <a:buNone/>
              <a:defRPr sz="1400" b="0">
                <a:solidFill>
                  <a:srgbClr val="A59B9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l">
              <a:spcBef>
                <a:spcPts val="0"/>
              </a:spcBef>
              <a:buNone/>
              <a:defRPr sz="1400" b="0">
                <a:solidFill>
                  <a:srgbClr val="A59B9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l">
              <a:spcBef>
                <a:spcPts val="0"/>
              </a:spcBef>
              <a:buNone/>
              <a:defRPr sz="1400" b="0">
                <a:solidFill>
                  <a:srgbClr val="A59B9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grpSp>
        <p:nvGrpSpPr>
          <p:cNvPr id="65" name="Google Shape;65;g334430419e7_0_108"/>
          <p:cNvGrpSpPr/>
          <p:nvPr/>
        </p:nvGrpSpPr>
        <p:grpSpPr>
          <a:xfrm>
            <a:off x="7467600" y="209550"/>
            <a:ext cx="657226" cy="431800"/>
            <a:chOff x="7467600" y="209550"/>
            <a:chExt cx="657226" cy="431800"/>
          </a:xfrm>
        </p:grpSpPr>
        <p:sp>
          <p:nvSpPr>
            <p:cNvPr id="66" name="Google Shape;66;g334430419e7_0_108"/>
            <p:cNvSpPr/>
            <p:nvPr/>
          </p:nvSpPr>
          <p:spPr>
            <a:xfrm>
              <a:off x="7467600" y="209550"/>
              <a:ext cx="242887" cy="431800"/>
            </a:xfrm>
            <a:custGeom>
              <a:avLst/>
              <a:gdLst/>
              <a:ahLst/>
              <a:cxnLst/>
              <a:rect l="l" t="t" r="r" b="b"/>
              <a:pathLst>
                <a:path w="153" h="272" extrusionOk="0">
                  <a:moveTo>
                    <a:pt x="62" y="0"/>
                  </a:moveTo>
                  <a:lnTo>
                    <a:pt x="0" y="0"/>
                  </a:lnTo>
                  <a:lnTo>
                    <a:pt x="89" y="136"/>
                  </a:lnTo>
                  <a:lnTo>
                    <a:pt x="89" y="136"/>
                  </a:lnTo>
                  <a:lnTo>
                    <a:pt x="0" y="272"/>
                  </a:lnTo>
                  <a:lnTo>
                    <a:pt x="62" y="272"/>
                  </a:lnTo>
                  <a:lnTo>
                    <a:pt x="153" y="136"/>
                  </a:lnTo>
                  <a:lnTo>
                    <a:pt x="62" y="0"/>
                  </a:lnTo>
                  <a:close/>
                </a:path>
              </a:pathLst>
            </a:custGeom>
            <a:solidFill>
              <a:srgbClr val="A59B9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7" name="Google Shape;67;g334430419e7_0_108"/>
            <p:cNvSpPr/>
            <p:nvPr/>
          </p:nvSpPr>
          <p:spPr>
            <a:xfrm>
              <a:off x="7677151" y="209550"/>
              <a:ext cx="242887" cy="431800"/>
            </a:xfrm>
            <a:custGeom>
              <a:avLst/>
              <a:gdLst/>
              <a:ahLst/>
              <a:cxnLst/>
              <a:rect l="l" t="t" r="r" b="b"/>
              <a:pathLst>
                <a:path w="153" h="272" extrusionOk="0">
                  <a:moveTo>
                    <a:pt x="62" y="0"/>
                  </a:moveTo>
                  <a:lnTo>
                    <a:pt x="0" y="0"/>
                  </a:lnTo>
                  <a:lnTo>
                    <a:pt x="89" y="136"/>
                  </a:lnTo>
                  <a:lnTo>
                    <a:pt x="89" y="136"/>
                  </a:lnTo>
                  <a:lnTo>
                    <a:pt x="0" y="272"/>
                  </a:lnTo>
                  <a:lnTo>
                    <a:pt x="62" y="272"/>
                  </a:lnTo>
                  <a:lnTo>
                    <a:pt x="153" y="136"/>
                  </a:lnTo>
                  <a:lnTo>
                    <a:pt x="62" y="0"/>
                  </a:lnTo>
                  <a:close/>
                </a:path>
              </a:pathLst>
            </a:custGeom>
            <a:solidFill>
              <a:srgbClr val="A59B9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8" name="Google Shape;68;g334430419e7_0_108"/>
            <p:cNvSpPr/>
            <p:nvPr/>
          </p:nvSpPr>
          <p:spPr>
            <a:xfrm>
              <a:off x="7881939" y="209550"/>
              <a:ext cx="242887" cy="431800"/>
            </a:xfrm>
            <a:custGeom>
              <a:avLst/>
              <a:gdLst/>
              <a:ahLst/>
              <a:cxnLst/>
              <a:rect l="l" t="t" r="r" b="b"/>
              <a:pathLst>
                <a:path w="153" h="272" extrusionOk="0">
                  <a:moveTo>
                    <a:pt x="62" y="0"/>
                  </a:moveTo>
                  <a:lnTo>
                    <a:pt x="0" y="0"/>
                  </a:lnTo>
                  <a:lnTo>
                    <a:pt x="89" y="136"/>
                  </a:lnTo>
                  <a:lnTo>
                    <a:pt x="89" y="136"/>
                  </a:lnTo>
                  <a:lnTo>
                    <a:pt x="0" y="272"/>
                  </a:lnTo>
                  <a:lnTo>
                    <a:pt x="62" y="272"/>
                  </a:lnTo>
                  <a:lnTo>
                    <a:pt x="153" y="136"/>
                  </a:lnTo>
                  <a:lnTo>
                    <a:pt x="62" y="0"/>
                  </a:lnTo>
                  <a:close/>
                </a:path>
              </a:pathLst>
            </a:custGeom>
            <a:solidFill>
              <a:srgbClr val="A59B9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00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 Slide">
  <p:cSld name="BLANK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, Content">
  <p:cSld name="OBJEC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73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73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itle, 2 Content">
  <p:cSld name="TWO_OBJECTS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74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74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74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5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matchingName="Centered Text">
  <p:cSld name="OBJECT_ONLY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76"/>
          <p:cNvSpPr txBox="1">
            <a:spLocks noGrp="1"/>
          </p:cNvSpPr>
          <p:nvPr>
            <p:ph type="subTitle" idx="1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matchingName="Title, 2 Content and Content">
  <p:cSld name="TWO_OBJECTS_AND_OBJEC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77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77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3" name="Google Shape;93;p77"/>
          <p:cNvSpPr txBox="1">
            <a:spLocks noGrp="1"/>
          </p:cNvSpPr>
          <p:nvPr>
            <p:ph type="body" idx="2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4" name="Google Shape;94;p77"/>
          <p:cNvSpPr txBox="1">
            <a:spLocks noGrp="1"/>
          </p:cNvSpPr>
          <p:nvPr>
            <p:ph type="body" idx="3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matchingName="Title Content and 2 Content">
  <p:cSld name="OBJECT_AND_TWO_OBJECTS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78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78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78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p78"/>
          <p:cNvSpPr txBox="1">
            <a:spLocks noGrp="1"/>
          </p:cNvSpPr>
          <p:nvPr>
            <p:ph type="body" idx="3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matchingName="Title, 2 Content over Content">
  <p:cSld name="TWO_OBJECTS_OVER_TEXT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79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79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3" name="Google Shape;103;p79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4" name="Google Shape;104;p79"/>
          <p:cNvSpPr txBox="1">
            <a:spLocks noGrp="1"/>
          </p:cNvSpPr>
          <p:nvPr>
            <p:ph type="body" idx="3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matchingName="Title, Content over Content">
  <p:cSld name="OBJECT_OVER_TEXT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80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80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8" name="Google Shape;108;p80"/>
          <p:cNvSpPr txBox="1">
            <a:spLocks noGrp="1"/>
          </p:cNvSpPr>
          <p:nvPr>
            <p:ph type="body" idx="2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matchingName="Title, 4 Content">
  <p:cSld name="FOUR_OBJECTS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81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81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2" name="Google Shape;112;p81"/>
          <p:cNvSpPr txBox="1">
            <a:spLocks noGrp="1"/>
          </p:cNvSpPr>
          <p:nvPr>
            <p:ph type="body" idx="2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3" name="Google Shape;113;p81"/>
          <p:cNvSpPr txBox="1">
            <a:spLocks noGrp="1"/>
          </p:cNvSpPr>
          <p:nvPr>
            <p:ph type="body" idx="3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4" name="Google Shape;114;p81"/>
          <p:cNvSpPr txBox="1">
            <a:spLocks noGrp="1"/>
          </p:cNvSpPr>
          <p:nvPr>
            <p:ph type="body" idx="4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82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82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8" name="Google Shape;118;p82"/>
          <p:cNvSpPr txBox="1">
            <a:spLocks noGrp="1"/>
          </p:cNvSpPr>
          <p:nvPr>
            <p:ph type="body" idx="2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19" name="Google Shape;119;p82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079000" y="1604520"/>
            <a:ext cx="4984920" cy="3977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82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079000" y="1604520"/>
            <a:ext cx="4984920" cy="39772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1"/>
          <p:cNvSpPr txBox="1">
            <a:spLocks noGrp="1"/>
          </p:cNvSpPr>
          <p:nvPr>
            <p:ph type="title"/>
          </p:nvPr>
        </p:nvSpPr>
        <p:spPr>
          <a:xfrm>
            <a:off x="1219200" y="5257800"/>
            <a:ext cx="7239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Calibri" panose="020F0502020204030204"/>
              <a:buNone/>
              <a:defRPr sz="7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51"/>
          <p:cNvSpPr txBox="1">
            <a:spLocks noGrp="1"/>
          </p:cNvSpPr>
          <p:nvPr>
            <p:ph type="body" idx="1"/>
          </p:nvPr>
        </p:nvSpPr>
        <p:spPr>
          <a:xfrm>
            <a:off x="1219200" y="838200"/>
            <a:ext cx="74676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Char char="»"/>
              <a:defRPr sz="2800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˃"/>
              <a:defRPr sz="1800">
                <a:solidFill>
                  <a:schemeClr val="dk1"/>
                </a:solidFill>
              </a:defRPr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+"/>
              <a:defRPr sz="1800">
                <a:solidFill>
                  <a:schemeClr val="dk1"/>
                </a:solidFill>
              </a:defRPr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>
                <a:solidFill>
                  <a:schemeClr val="dk1"/>
                </a:solidFill>
              </a:defRPr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>
                <a:solidFill>
                  <a:schemeClr val="dk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&gt;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+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−"/>
              <a:defRPr/>
            </a:lvl9pPr>
          </a:lstStyle>
          <a:p/>
        </p:txBody>
      </p:sp>
      <p:sp>
        <p:nvSpPr>
          <p:cNvPr id="133" name="Google Shape;133;p51"/>
          <p:cNvSpPr txBox="1">
            <a:spLocks noGrp="1"/>
          </p:cNvSpPr>
          <p:nvPr>
            <p:ph type="dt" idx="10"/>
          </p:nvPr>
        </p:nvSpPr>
        <p:spPr>
          <a:xfrm rot="-5400000">
            <a:off x="-1198682" y="4821116"/>
            <a:ext cx="262596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51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1pPr>
            <a:lvl2pPr marL="0" lvl="1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2pPr>
            <a:lvl3pPr marL="0" lvl="2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3pPr>
            <a:lvl4pPr marL="0" lvl="3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4pPr>
            <a:lvl5pPr marL="0" lvl="4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5pPr>
            <a:lvl6pPr marL="0" lvl="5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6pPr>
            <a:lvl7pPr marL="0" lvl="6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7pPr>
            <a:lvl8pPr marL="0" lvl="7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8pPr>
            <a:lvl9pPr marL="0" lvl="8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135" name="Google Shape;135;p51"/>
          <p:cNvSpPr txBox="1">
            <a:spLocks noGrp="1"/>
          </p:cNvSpPr>
          <p:nvPr>
            <p:ph type="ftr" idx="11"/>
          </p:nvPr>
        </p:nvSpPr>
        <p:spPr>
          <a:xfrm>
            <a:off x="1259680" y="6553200"/>
            <a:ext cx="716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0" matchingName="Title Slide">
  <p:cSld name="TITLE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26"/>
          <p:cNvSpPr/>
          <p:nvPr/>
        </p:nvSpPr>
        <p:spPr>
          <a:xfrm>
            <a:off x="0" y="0"/>
            <a:ext cx="752475" cy="6858000"/>
          </a:xfrm>
          <a:prstGeom prst="rect">
            <a:avLst/>
          </a:prstGeom>
          <a:gradFill>
            <a:gsLst>
              <a:gs pos="0">
                <a:srgbClr val="FEAC69"/>
              </a:gs>
              <a:gs pos="50000">
                <a:schemeClr val="accent1"/>
              </a:gs>
              <a:gs pos="100000">
                <a:srgbClr val="992E2C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8" name="Google Shape;138;p126"/>
          <p:cNvSpPr txBox="1">
            <a:spLocks noGrp="1"/>
          </p:cNvSpPr>
          <p:nvPr>
            <p:ph type="ctrTitle"/>
          </p:nvPr>
        </p:nvSpPr>
        <p:spPr>
          <a:xfrm>
            <a:off x="1216152" y="1267485"/>
            <a:ext cx="7235981" cy="51333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500"/>
              <a:buFont typeface="Calibri" panose="020F0502020204030204"/>
              <a:buNone/>
              <a:defRPr sz="11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126"/>
          <p:cNvSpPr txBox="1">
            <a:spLocks noGrp="1"/>
          </p:cNvSpPr>
          <p:nvPr>
            <p:ph type="subTitle" idx="1"/>
          </p:nvPr>
        </p:nvSpPr>
        <p:spPr>
          <a:xfrm>
            <a:off x="1216151" y="201702"/>
            <a:ext cx="6189583" cy="9495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r">
              <a:spcBef>
                <a:spcPts val="480"/>
              </a:spcBef>
              <a:spcAft>
                <a:spcPts val="0"/>
              </a:spcAft>
              <a:buClr>
                <a:srgbClr val="A59B98"/>
              </a:buClr>
              <a:buSzPts val="2400"/>
              <a:buNone/>
              <a:defRPr sz="2400">
                <a:solidFill>
                  <a:srgbClr val="A59B98"/>
                </a:solidFill>
              </a:defRPr>
            </a:lvl1pPr>
            <a:lvl2pPr lvl="1" algn="ctr">
              <a:spcBef>
                <a:spcPts val="360"/>
              </a:spcBef>
              <a:spcAft>
                <a:spcPts val="0"/>
              </a:spcAft>
              <a:buClr>
                <a:srgbClr val="949AA0"/>
              </a:buClr>
              <a:buSzPts val="1800"/>
              <a:buNone/>
              <a:defRPr>
                <a:solidFill>
                  <a:srgbClr val="949AA0"/>
                </a:solidFill>
              </a:defRPr>
            </a:lvl2pPr>
            <a:lvl3pPr lvl="2" algn="ctr">
              <a:spcBef>
                <a:spcPts val="360"/>
              </a:spcBef>
              <a:spcAft>
                <a:spcPts val="0"/>
              </a:spcAft>
              <a:buClr>
                <a:srgbClr val="949AA0"/>
              </a:buClr>
              <a:buSzPts val="1800"/>
              <a:buNone/>
              <a:defRPr>
                <a:solidFill>
                  <a:srgbClr val="949AA0"/>
                </a:solidFill>
              </a:defRPr>
            </a:lvl3pPr>
            <a:lvl4pPr lvl="3" algn="ctr">
              <a:spcBef>
                <a:spcPts val="360"/>
              </a:spcBef>
              <a:spcAft>
                <a:spcPts val="0"/>
              </a:spcAft>
              <a:buClr>
                <a:srgbClr val="949AA0"/>
              </a:buClr>
              <a:buSzPts val="1800"/>
              <a:buNone/>
              <a:defRPr>
                <a:solidFill>
                  <a:srgbClr val="949AA0"/>
                </a:solidFill>
              </a:defRPr>
            </a:lvl4pPr>
            <a:lvl5pPr lvl="4" algn="ctr">
              <a:spcBef>
                <a:spcPts val="360"/>
              </a:spcBef>
              <a:spcAft>
                <a:spcPts val="0"/>
              </a:spcAft>
              <a:buClr>
                <a:srgbClr val="949AA0"/>
              </a:buClr>
              <a:buSzPts val="1800"/>
              <a:buNone/>
              <a:defRPr>
                <a:solidFill>
                  <a:srgbClr val="949AA0"/>
                </a:solidFill>
              </a:defRPr>
            </a:lvl5pPr>
            <a:lvl6pPr lvl="5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949AA0"/>
                </a:solidFill>
              </a:defRPr>
            </a:lvl6pPr>
            <a:lvl7pPr lvl="6" algn="ctr">
              <a:spcBef>
                <a:spcPts val="360"/>
              </a:spcBef>
              <a:spcAft>
                <a:spcPts val="0"/>
              </a:spcAft>
              <a:buClr>
                <a:srgbClr val="949AA0"/>
              </a:buClr>
              <a:buSzPts val="1800"/>
              <a:buNone/>
              <a:defRPr>
                <a:solidFill>
                  <a:srgbClr val="949AA0"/>
                </a:solidFill>
              </a:defRPr>
            </a:lvl7pPr>
            <a:lvl8pPr lvl="7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949AA0"/>
                </a:solidFill>
              </a:defRPr>
            </a:lvl8pPr>
            <a:lvl9pPr lvl="8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949AA0"/>
                </a:solidFill>
              </a:defRPr>
            </a:lvl9pPr>
          </a:lstStyle>
          <a:p/>
        </p:txBody>
      </p:sp>
      <p:sp>
        <p:nvSpPr>
          <p:cNvPr id="140" name="Google Shape;140;p126"/>
          <p:cNvSpPr txBox="1">
            <a:spLocks noGrp="1"/>
          </p:cNvSpPr>
          <p:nvPr>
            <p:ph type="dt" idx="10"/>
          </p:nvPr>
        </p:nvSpPr>
        <p:spPr>
          <a:xfrm rot="-5400000">
            <a:off x="-1198682" y="4821116"/>
            <a:ext cx="262596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126"/>
          <p:cNvSpPr txBox="1">
            <a:spLocks noGrp="1"/>
          </p:cNvSpPr>
          <p:nvPr>
            <p:ph type="ftr" idx="11"/>
          </p:nvPr>
        </p:nvSpPr>
        <p:spPr>
          <a:xfrm>
            <a:off x="1259680" y="6553200"/>
            <a:ext cx="716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126"/>
          <p:cNvSpPr txBox="1">
            <a:spLocks noGrp="1"/>
          </p:cNvSpPr>
          <p:nvPr>
            <p:ph type="sldNum" idx="12"/>
          </p:nvPr>
        </p:nvSpPr>
        <p:spPr>
          <a:xfrm>
            <a:off x="8150469" y="236415"/>
            <a:ext cx="78530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1400" b="0">
                <a:solidFill>
                  <a:srgbClr val="A59B9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l">
              <a:spcBef>
                <a:spcPts val="0"/>
              </a:spcBef>
              <a:buNone/>
              <a:defRPr sz="1400" b="0">
                <a:solidFill>
                  <a:srgbClr val="A59B9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l">
              <a:spcBef>
                <a:spcPts val="0"/>
              </a:spcBef>
              <a:buNone/>
              <a:defRPr sz="1400" b="0">
                <a:solidFill>
                  <a:srgbClr val="A59B9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l">
              <a:spcBef>
                <a:spcPts val="0"/>
              </a:spcBef>
              <a:buNone/>
              <a:defRPr sz="1400" b="0">
                <a:solidFill>
                  <a:srgbClr val="A59B9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l">
              <a:spcBef>
                <a:spcPts val="0"/>
              </a:spcBef>
              <a:buNone/>
              <a:defRPr sz="1400" b="0">
                <a:solidFill>
                  <a:srgbClr val="A59B9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l">
              <a:spcBef>
                <a:spcPts val="0"/>
              </a:spcBef>
              <a:buNone/>
              <a:defRPr sz="1400" b="0">
                <a:solidFill>
                  <a:srgbClr val="A59B9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l">
              <a:spcBef>
                <a:spcPts val="0"/>
              </a:spcBef>
              <a:buNone/>
              <a:defRPr sz="1400" b="0">
                <a:solidFill>
                  <a:srgbClr val="A59B9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l">
              <a:spcBef>
                <a:spcPts val="0"/>
              </a:spcBef>
              <a:buNone/>
              <a:defRPr sz="1400" b="0">
                <a:solidFill>
                  <a:srgbClr val="A59B9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l">
              <a:spcBef>
                <a:spcPts val="0"/>
              </a:spcBef>
              <a:buNone/>
              <a:defRPr sz="1400" b="0">
                <a:solidFill>
                  <a:srgbClr val="A59B9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grpSp>
        <p:nvGrpSpPr>
          <p:cNvPr id="143" name="Google Shape;143;p126"/>
          <p:cNvGrpSpPr/>
          <p:nvPr/>
        </p:nvGrpSpPr>
        <p:grpSpPr>
          <a:xfrm>
            <a:off x="7467600" y="209550"/>
            <a:ext cx="657226" cy="431800"/>
            <a:chOff x="7467600" y="209550"/>
            <a:chExt cx="657226" cy="431800"/>
          </a:xfrm>
        </p:grpSpPr>
        <p:sp>
          <p:nvSpPr>
            <p:cNvPr id="144" name="Google Shape;144;p126"/>
            <p:cNvSpPr/>
            <p:nvPr/>
          </p:nvSpPr>
          <p:spPr>
            <a:xfrm>
              <a:off x="7467600" y="209550"/>
              <a:ext cx="242887" cy="431800"/>
            </a:xfrm>
            <a:custGeom>
              <a:avLst/>
              <a:gdLst/>
              <a:ahLst/>
              <a:cxnLst/>
              <a:rect l="l" t="t" r="r" b="b"/>
              <a:pathLst>
                <a:path w="153" h="272" extrusionOk="0">
                  <a:moveTo>
                    <a:pt x="62" y="0"/>
                  </a:moveTo>
                  <a:lnTo>
                    <a:pt x="0" y="0"/>
                  </a:lnTo>
                  <a:lnTo>
                    <a:pt x="89" y="136"/>
                  </a:lnTo>
                  <a:lnTo>
                    <a:pt x="89" y="136"/>
                  </a:lnTo>
                  <a:lnTo>
                    <a:pt x="0" y="272"/>
                  </a:lnTo>
                  <a:lnTo>
                    <a:pt x="62" y="272"/>
                  </a:lnTo>
                  <a:lnTo>
                    <a:pt x="153" y="136"/>
                  </a:lnTo>
                  <a:lnTo>
                    <a:pt x="62" y="0"/>
                  </a:lnTo>
                  <a:close/>
                </a:path>
              </a:pathLst>
            </a:custGeom>
            <a:solidFill>
              <a:srgbClr val="A59B9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4D5B6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5" name="Google Shape;145;p126"/>
            <p:cNvSpPr/>
            <p:nvPr/>
          </p:nvSpPr>
          <p:spPr>
            <a:xfrm>
              <a:off x="7677151" y="209550"/>
              <a:ext cx="242887" cy="431800"/>
            </a:xfrm>
            <a:custGeom>
              <a:avLst/>
              <a:gdLst/>
              <a:ahLst/>
              <a:cxnLst/>
              <a:rect l="l" t="t" r="r" b="b"/>
              <a:pathLst>
                <a:path w="153" h="272" extrusionOk="0">
                  <a:moveTo>
                    <a:pt x="62" y="0"/>
                  </a:moveTo>
                  <a:lnTo>
                    <a:pt x="0" y="0"/>
                  </a:lnTo>
                  <a:lnTo>
                    <a:pt x="89" y="136"/>
                  </a:lnTo>
                  <a:lnTo>
                    <a:pt x="89" y="136"/>
                  </a:lnTo>
                  <a:lnTo>
                    <a:pt x="0" y="272"/>
                  </a:lnTo>
                  <a:lnTo>
                    <a:pt x="62" y="272"/>
                  </a:lnTo>
                  <a:lnTo>
                    <a:pt x="153" y="136"/>
                  </a:lnTo>
                  <a:lnTo>
                    <a:pt x="62" y="0"/>
                  </a:lnTo>
                  <a:close/>
                </a:path>
              </a:pathLst>
            </a:custGeom>
            <a:solidFill>
              <a:srgbClr val="A59B9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4D5B6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6" name="Google Shape;146;p126"/>
            <p:cNvSpPr/>
            <p:nvPr/>
          </p:nvSpPr>
          <p:spPr>
            <a:xfrm>
              <a:off x="7881939" y="209550"/>
              <a:ext cx="242887" cy="431800"/>
            </a:xfrm>
            <a:custGeom>
              <a:avLst/>
              <a:gdLst/>
              <a:ahLst/>
              <a:cxnLst/>
              <a:rect l="l" t="t" r="r" b="b"/>
              <a:pathLst>
                <a:path w="153" h="272" extrusionOk="0">
                  <a:moveTo>
                    <a:pt x="62" y="0"/>
                  </a:moveTo>
                  <a:lnTo>
                    <a:pt x="0" y="0"/>
                  </a:lnTo>
                  <a:lnTo>
                    <a:pt x="89" y="136"/>
                  </a:lnTo>
                  <a:lnTo>
                    <a:pt x="89" y="136"/>
                  </a:lnTo>
                  <a:lnTo>
                    <a:pt x="0" y="272"/>
                  </a:lnTo>
                  <a:lnTo>
                    <a:pt x="62" y="272"/>
                  </a:lnTo>
                  <a:lnTo>
                    <a:pt x="153" y="136"/>
                  </a:lnTo>
                  <a:lnTo>
                    <a:pt x="62" y="0"/>
                  </a:lnTo>
                  <a:close/>
                </a:path>
              </a:pathLst>
            </a:custGeom>
            <a:solidFill>
              <a:srgbClr val="A59B9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4D5B6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0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00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27"/>
          <p:cNvSpPr txBox="1">
            <a:spLocks noGrp="1"/>
          </p:cNvSpPr>
          <p:nvPr>
            <p:ph type="body" idx="1"/>
          </p:nvPr>
        </p:nvSpPr>
        <p:spPr>
          <a:xfrm>
            <a:off x="1219199" y="4484080"/>
            <a:ext cx="7239001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949AA0"/>
              </a:buClr>
              <a:buSzPts val="1800"/>
              <a:buNone/>
              <a:defRPr sz="1800">
                <a:solidFill>
                  <a:srgbClr val="949AA0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949AA0"/>
              </a:buClr>
              <a:buSzPts val="1600"/>
              <a:buNone/>
              <a:defRPr sz="1600">
                <a:solidFill>
                  <a:srgbClr val="949AA0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949AA0"/>
              </a:buClr>
              <a:buSzPts val="1400"/>
              <a:buNone/>
              <a:defRPr sz="1400">
                <a:solidFill>
                  <a:srgbClr val="949AA0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949AA0"/>
              </a:buClr>
              <a:buSzPts val="1400"/>
              <a:buNone/>
              <a:defRPr sz="1400">
                <a:solidFill>
                  <a:srgbClr val="949AA0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949AA0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949AA0"/>
              </a:buClr>
              <a:buSzPts val="1400"/>
              <a:buNone/>
              <a:defRPr sz="1400">
                <a:solidFill>
                  <a:srgbClr val="949AA0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949AA0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949AA0"/>
                </a:solidFill>
              </a:defRPr>
            </a:lvl9pPr>
          </a:lstStyle>
          <a:p/>
        </p:txBody>
      </p:sp>
      <p:sp>
        <p:nvSpPr>
          <p:cNvPr id="149" name="Google Shape;149;p127"/>
          <p:cNvSpPr txBox="1">
            <a:spLocks noGrp="1"/>
          </p:cNvSpPr>
          <p:nvPr>
            <p:ph type="title"/>
          </p:nvPr>
        </p:nvSpPr>
        <p:spPr>
          <a:xfrm>
            <a:off x="1219200" y="5257800"/>
            <a:ext cx="7239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Calibri" panose="020F0502020204030204"/>
              <a:buNone/>
              <a:defRPr sz="7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127"/>
          <p:cNvSpPr txBox="1">
            <a:spLocks noGrp="1"/>
          </p:cNvSpPr>
          <p:nvPr>
            <p:ph type="dt" idx="10"/>
          </p:nvPr>
        </p:nvSpPr>
        <p:spPr>
          <a:xfrm rot="-5400000">
            <a:off x="-1198682" y="4821116"/>
            <a:ext cx="262596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127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1pPr>
            <a:lvl2pPr marL="0" lvl="1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2pPr>
            <a:lvl3pPr marL="0" lvl="2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3pPr>
            <a:lvl4pPr marL="0" lvl="3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4pPr>
            <a:lvl5pPr marL="0" lvl="4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5pPr>
            <a:lvl6pPr marL="0" lvl="5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6pPr>
            <a:lvl7pPr marL="0" lvl="6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7pPr>
            <a:lvl8pPr marL="0" lvl="7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8pPr>
            <a:lvl9pPr marL="0" lvl="8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152" name="Google Shape;152;p127"/>
          <p:cNvSpPr txBox="1">
            <a:spLocks noGrp="1"/>
          </p:cNvSpPr>
          <p:nvPr>
            <p:ph type="ftr" idx="11"/>
          </p:nvPr>
        </p:nvSpPr>
        <p:spPr>
          <a:xfrm>
            <a:off x="1259680" y="6553200"/>
            <a:ext cx="716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28"/>
          <p:cNvSpPr txBox="1">
            <a:spLocks noGrp="1"/>
          </p:cNvSpPr>
          <p:nvPr>
            <p:ph type="title"/>
          </p:nvPr>
        </p:nvSpPr>
        <p:spPr>
          <a:xfrm>
            <a:off x="1219200" y="5257800"/>
            <a:ext cx="7239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Calibri" panose="020F0502020204030204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128"/>
          <p:cNvSpPr txBox="1">
            <a:spLocks noGrp="1"/>
          </p:cNvSpPr>
          <p:nvPr>
            <p:ph type="dt" idx="10"/>
          </p:nvPr>
        </p:nvSpPr>
        <p:spPr>
          <a:xfrm rot="-5400000">
            <a:off x="-1198682" y="4821116"/>
            <a:ext cx="262596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128"/>
          <p:cNvSpPr txBox="1">
            <a:spLocks noGrp="1"/>
          </p:cNvSpPr>
          <p:nvPr>
            <p:ph type="ftr" idx="11"/>
          </p:nvPr>
        </p:nvSpPr>
        <p:spPr>
          <a:xfrm>
            <a:off x="1259680" y="6553200"/>
            <a:ext cx="716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128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1pPr>
            <a:lvl2pPr marL="0" lvl="1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2pPr>
            <a:lvl3pPr marL="0" lvl="2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3pPr>
            <a:lvl4pPr marL="0" lvl="3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4pPr>
            <a:lvl5pPr marL="0" lvl="4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5pPr>
            <a:lvl6pPr marL="0" lvl="5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6pPr>
            <a:lvl7pPr marL="0" lvl="6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7pPr>
            <a:lvl8pPr marL="0" lvl="7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8pPr>
            <a:lvl9pPr marL="0" lvl="8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158" name="Google Shape;158;p128"/>
          <p:cNvSpPr txBox="1">
            <a:spLocks noGrp="1"/>
          </p:cNvSpPr>
          <p:nvPr>
            <p:ph type="body" idx="1"/>
          </p:nvPr>
        </p:nvSpPr>
        <p:spPr>
          <a:xfrm>
            <a:off x="1216152" y="841248"/>
            <a:ext cx="3730752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˃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+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&gt;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+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−"/>
              <a:defRPr/>
            </a:lvl9pPr>
          </a:lstStyle>
          <a:p/>
        </p:txBody>
      </p:sp>
      <p:sp>
        <p:nvSpPr>
          <p:cNvPr id="159" name="Google Shape;159;p128"/>
          <p:cNvSpPr txBox="1">
            <a:spLocks noGrp="1"/>
          </p:cNvSpPr>
          <p:nvPr>
            <p:ph type="body" idx="2"/>
          </p:nvPr>
        </p:nvSpPr>
        <p:spPr>
          <a:xfrm>
            <a:off x="5102352" y="841248"/>
            <a:ext cx="3730752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˃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+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&gt;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+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−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29"/>
          <p:cNvSpPr txBox="1">
            <a:spLocks noGrp="1"/>
          </p:cNvSpPr>
          <p:nvPr>
            <p:ph type="title"/>
          </p:nvPr>
        </p:nvSpPr>
        <p:spPr>
          <a:xfrm>
            <a:off x="1219200" y="5257800"/>
            <a:ext cx="7239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Calibri" panose="020F0502020204030204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129"/>
          <p:cNvSpPr txBox="1">
            <a:spLocks noGrp="1"/>
          </p:cNvSpPr>
          <p:nvPr>
            <p:ph type="body" idx="1"/>
          </p:nvPr>
        </p:nvSpPr>
        <p:spPr>
          <a:xfrm>
            <a:off x="1219200" y="841248"/>
            <a:ext cx="37338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/>
        </p:txBody>
      </p:sp>
      <p:sp>
        <p:nvSpPr>
          <p:cNvPr id="163" name="Google Shape;163;p129"/>
          <p:cNvSpPr txBox="1">
            <a:spLocks noGrp="1"/>
          </p:cNvSpPr>
          <p:nvPr>
            <p:ph type="body" idx="2"/>
          </p:nvPr>
        </p:nvSpPr>
        <p:spPr>
          <a:xfrm>
            <a:off x="5105400" y="841248"/>
            <a:ext cx="3735267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/>
        </p:txBody>
      </p:sp>
      <p:sp>
        <p:nvSpPr>
          <p:cNvPr id="164" name="Google Shape;164;p129"/>
          <p:cNvSpPr txBox="1">
            <a:spLocks noGrp="1"/>
          </p:cNvSpPr>
          <p:nvPr>
            <p:ph type="dt" idx="10"/>
          </p:nvPr>
        </p:nvSpPr>
        <p:spPr>
          <a:xfrm rot="-5400000">
            <a:off x="-1198682" y="4821116"/>
            <a:ext cx="262596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129"/>
          <p:cNvSpPr txBox="1">
            <a:spLocks noGrp="1"/>
          </p:cNvSpPr>
          <p:nvPr>
            <p:ph type="ftr" idx="11"/>
          </p:nvPr>
        </p:nvSpPr>
        <p:spPr>
          <a:xfrm>
            <a:off x="1259680" y="6553200"/>
            <a:ext cx="716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129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1pPr>
            <a:lvl2pPr marL="0" lvl="1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2pPr>
            <a:lvl3pPr marL="0" lvl="2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3pPr>
            <a:lvl4pPr marL="0" lvl="3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4pPr>
            <a:lvl5pPr marL="0" lvl="4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5pPr>
            <a:lvl6pPr marL="0" lvl="5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6pPr>
            <a:lvl7pPr marL="0" lvl="6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7pPr>
            <a:lvl8pPr marL="0" lvl="7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8pPr>
            <a:lvl9pPr marL="0" lvl="8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167" name="Google Shape;167;p129"/>
          <p:cNvSpPr txBox="1">
            <a:spLocks noGrp="1"/>
          </p:cNvSpPr>
          <p:nvPr>
            <p:ph type="body" idx="3"/>
          </p:nvPr>
        </p:nvSpPr>
        <p:spPr>
          <a:xfrm>
            <a:off x="1216152" y="1380744"/>
            <a:ext cx="3730752" cy="384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˃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+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&gt;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+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−"/>
              <a:defRPr/>
            </a:lvl9pPr>
          </a:lstStyle>
          <a:p/>
        </p:txBody>
      </p:sp>
      <p:sp>
        <p:nvSpPr>
          <p:cNvPr id="168" name="Google Shape;168;p129"/>
          <p:cNvSpPr txBox="1">
            <a:spLocks noGrp="1"/>
          </p:cNvSpPr>
          <p:nvPr>
            <p:ph type="body" idx="4"/>
          </p:nvPr>
        </p:nvSpPr>
        <p:spPr>
          <a:xfrm>
            <a:off x="5102352" y="1380743"/>
            <a:ext cx="3730752" cy="384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˃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+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&gt;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+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−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30"/>
          <p:cNvSpPr txBox="1">
            <a:spLocks noGrp="1"/>
          </p:cNvSpPr>
          <p:nvPr>
            <p:ph type="title"/>
          </p:nvPr>
        </p:nvSpPr>
        <p:spPr>
          <a:xfrm>
            <a:off x="1219200" y="5257800"/>
            <a:ext cx="7239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Calibri" panose="020F0502020204030204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130"/>
          <p:cNvSpPr txBox="1">
            <a:spLocks noGrp="1"/>
          </p:cNvSpPr>
          <p:nvPr>
            <p:ph type="dt" idx="10"/>
          </p:nvPr>
        </p:nvSpPr>
        <p:spPr>
          <a:xfrm rot="-5400000">
            <a:off x="-1198682" y="4821116"/>
            <a:ext cx="262596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130"/>
          <p:cNvSpPr txBox="1">
            <a:spLocks noGrp="1"/>
          </p:cNvSpPr>
          <p:nvPr>
            <p:ph type="ftr" idx="11"/>
          </p:nvPr>
        </p:nvSpPr>
        <p:spPr>
          <a:xfrm>
            <a:off x="1259680" y="6553200"/>
            <a:ext cx="716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130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1pPr>
            <a:lvl2pPr marL="0" lvl="1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2pPr>
            <a:lvl3pPr marL="0" lvl="2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3pPr>
            <a:lvl4pPr marL="0" lvl="3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4pPr>
            <a:lvl5pPr marL="0" lvl="4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5pPr>
            <a:lvl6pPr marL="0" lvl="5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6pPr>
            <a:lvl7pPr marL="0" lvl="6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7pPr>
            <a:lvl8pPr marL="0" lvl="7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8pPr>
            <a:lvl9pPr marL="0" lvl="8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31"/>
          <p:cNvSpPr txBox="1">
            <a:spLocks noGrp="1"/>
          </p:cNvSpPr>
          <p:nvPr>
            <p:ph type="dt" idx="10"/>
          </p:nvPr>
        </p:nvSpPr>
        <p:spPr>
          <a:xfrm rot="-5400000">
            <a:off x="-1198682" y="4821116"/>
            <a:ext cx="262596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131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1pPr>
            <a:lvl2pPr marL="0" lvl="1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2pPr>
            <a:lvl3pPr marL="0" lvl="2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3pPr>
            <a:lvl4pPr marL="0" lvl="3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4pPr>
            <a:lvl5pPr marL="0" lvl="4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5pPr>
            <a:lvl6pPr marL="0" lvl="5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6pPr>
            <a:lvl7pPr marL="0" lvl="6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7pPr>
            <a:lvl8pPr marL="0" lvl="7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8pPr>
            <a:lvl9pPr marL="0" lvl="8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177" name="Google Shape;177;p131"/>
          <p:cNvSpPr txBox="1">
            <a:spLocks noGrp="1"/>
          </p:cNvSpPr>
          <p:nvPr>
            <p:ph type="ftr" idx="11"/>
          </p:nvPr>
        </p:nvSpPr>
        <p:spPr>
          <a:xfrm>
            <a:off x="1259680" y="6553200"/>
            <a:ext cx="716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32"/>
          <p:cNvSpPr txBox="1">
            <a:spLocks noGrp="1"/>
          </p:cNvSpPr>
          <p:nvPr>
            <p:ph type="title"/>
          </p:nvPr>
        </p:nvSpPr>
        <p:spPr>
          <a:xfrm>
            <a:off x="5715000" y="395287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7605"/>
              </a:buClr>
              <a:buSzPts val="2000"/>
              <a:buFont typeface="Calibri" panose="020F0502020204030204"/>
              <a:buNone/>
              <a:defRPr sz="2000" b="1">
                <a:solidFill>
                  <a:srgbClr val="FF760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p132"/>
          <p:cNvSpPr txBox="1">
            <a:spLocks noGrp="1"/>
          </p:cNvSpPr>
          <p:nvPr>
            <p:ph type="body" idx="1"/>
          </p:nvPr>
        </p:nvSpPr>
        <p:spPr>
          <a:xfrm>
            <a:off x="5715000" y="1557337"/>
            <a:ext cx="3008313" cy="4386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rgbClr val="9FACBA"/>
              </a:buClr>
              <a:buSzPts val="1400"/>
              <a:buNone/>
              <a:defRPr sz="1400">
                <a:solidFill>
                  <a:srgbClr val="9FACBA"/>
                </a:solidFill>
              </a:defRPr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81" name="Google Shape;181;p132"/>
          <p:cNvSpPr txBox="1">
            <a:spLocks noGrp="1"/>
          </p:cNvSpPr>
          <p:nvPr>
            <p:ph type="body" idx="2"/>
          </p:nvPr>
        </p:nvSpPr>
        <p:spPr>
          <a:xfrm>
            <a:off x="914400" y="381000"/>
            <a:ext cx="4800600" cy="59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˃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+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&gt;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+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−"/>
              <a:defRPr/>
            </a:lvl9pPr>
          </a:lstStyle>
          <a:p/>
        </p:txBody>
      </p:sp>
      <p:sp>
        <p:nvSpPr>
          <p:cNvPr id="182" name="Google Shape;182;p132"/>
          <p:cNvSpPr txBox="1">
            <a:spLocks noGrp="1"/>
          </p:cNvSpPr>
          <p:nvPr>
            <p:ph type="dt" idx="10"/>
          </p:nvPr>
        </p:nvSpPr>
        <p:spPr>
          <a:xfrm rot="-5400000">
            <a:off x="-1198682" y="4821116"/>
            <a:ext cx="262596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p132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1pPr>
            <a:lvl2pPr marL="0" lvl="1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2pPr>
            <a:lvl3pPr marL="0" lvl="2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3pPr>
            <a:lvl4pPr marL="0" lvl="3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4pPr>
            <a:lvl5pPr marL="0" lvl="4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5pPr>
            <a:lvl6pPr marL="0" lvl="5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6pPr>
            <a:lvl7pPr marL="0" lvl="6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7pPr>
            <a:lvl8pPr marL="0" lvl="7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8pPr>
            <a:lvl9pPr marL="0" lvl="8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184" name="Google Shape;184;p132"/>
          <p:cNvSpPr txBox="1">
            <a:spLocks noGrp="1"/>
          </p:cNvSpPr>
          <p:nvPr>
            <p:ph type="ftr" idx="11"/>
          </p:nvPr>
        </p:nvSpPr>
        <p:spPr>
          <a:xfrm>
            <a:off x="1259680" y="6553200"/>
            <a:ext cx="716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33"/>
          <p:cNvSpPr txBox="1">
            <a:spLocks noGrp="1"/>
          </p:cNvSpPr>
          <p:nvPr>
            <p:ph type="title"/>
          </p:nvPr>
        </p:nvSpPr>
        <p:spPr>
          <a:xfrm>
            <a:off x="1219200" y="4624754"/>
            <a:ext cx="5486400" cy="4044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133"/>
          <p:cNvSpPr>
            <a:spLocks noGrp="1"/>
          </p:cNvSpPr>
          <p:nvPr>
            <p:ph type="pic" idx="2"/>
          </p:nvPr>
        </p:nvSpPr>
        <p:spPr>
          <a:xfrm>
            <a:off x="1323975" y="381000"/>
            <a:ext cx="5867400" cy="4081462"/>
          </a:xfrm>
          <a:prstGeom prst="rect">
            <a:avLst/>
          </a:prstGeom>
          <a:noFill/>
          <a:ln>
            <a:noFill/>
          </a:ln>
        </p:spPr>
      </p:sp>
      <p:sp>
        <p:nvSpPr>
          <p:cNvPr id="188" name="Google Shape;188;p133"/>
          <p:cNvSpPr txBox="1">
            <a:spLocks noGrp="1"/>
          </p:cNvSpPr>
          <p:nvPr>
            <p:ph type="body" idx="1"/>
          </p:nvPr>
        </p:nvSpPr>
        <p:spPr>
          <a:xfrm>
            <a:off x="1219200" y="5029200"/>
            <a:ext cx="40386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89" name="Google Shape;189;p133"/>
          <p:cNvSpPr txBox="1">
            <a:spLocks noGrp="1"/>
          </p:cNvSpPr>
          <p:nvPr>
            <p:ph type="dt" idx="10"/>
          </p:nvPr>
        </p:nvSpPr>
        <p:spPr>
          <a:xfrm rot="-5400000">
            <a:off x="-1198682" y="4821116"/>
            <a:ext cx="262596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" name="Google Shape;190;p133"/>
          <p:cNvSpPr txBox="1">
            <a:spLocks noGrp="1"/>
          </p:cNvSpPr>
          <p:nvPr>
            <p:ph type="ftr" idx="11"/>
          </p:nvPr>
        </p:nvSpPr>
        <p:spPr>
          <a:xfrm>
            <a:off x="1259680" y="6553200"/>
            <a:ext cx="716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133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1pPr>
            <a:lvl2pPr marL="0" lvl="1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2pPr>
            <a:lvl3pPr marL="0" lvl="2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3pPr>
            <a:lvl4pPr marL="0" lvl="3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4pPr>
            <a:lvl5pPr marL="0" lvl="4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5pPr>
            <a:lvl6pPr marL="0" lvl="5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6pPr>
            <a:lvl7pPr marL="0" lvl="6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7pPr>
            <a:lvl8pPr marL="0" lvl="7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8pPr>
            <a:lvl9pPr marL="0" lvl="8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34"/>
          <p:cNvSpPr txBox="1">
            <a:spLocks noGrp="1"/>
          </p:cNvSpPr>
          <p:nvPr>
            <p:ph type="title"/>
          </p:nvPr>
        </p:nvSpPr>
        <p:spPr>
          <a:xfrm>
            <a:off x="1219200" y="5257800"/>
            <a:ext cx="7239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134"/>
          <p:cNvSpPr txBox="1">
            <a:spLocks noGrp="1"/>
          </p:cNvSpPr>
          <p:nvPr>
            <p:ph type="body" idx="1"/>
          </p:nvPr>
        </p:nvSpPr>
        <p:spPr>
          <a:xfrm rot="5400000">
            <a:off x="2743200" y="-685800"/>
            <a:ext cx="4419600" cy="74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˃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+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&gt;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+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−"/>
              <a:defRPr/>
            </a:lvl9pPr>
          </a:lstStyle>
          <a:p/>
        </p:txBody>
      </p:sp>
      <p:sp>
        <p:nvSpPr>
          <p:cNvPr id="195" name="Google Shape;195;p134"/>
          <p:cNvSpPr txBox="1">
            <a:spLocks noGrp="1"/>
          </p:cNvSpPr>
          <p:nvPr>
            <p:ph type="dt" idx="10"/>
          </p:nvPr>
        </p:nvSpPr>
        <p:spPr>
          <a:xfrm rot="-5400000">
            <a:off x="-1198682" y="4821116"/>
            <a:ext cx="262596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6" name="Google Shape;196;p134"/>
          <p:cNvSpPr txBox="1">
            <a:spLocks noGrp="1"/>
          </p:cNvSpPr>
          <p:nvPr>
            <p:ph type="ftr" idx="11"/>
          </p:nvPr>
        </p:nvSpPr>
        <p:spPr>
          <a:xfrm>
            <a:off x="1259680" y="6553200"/>
            <a:ext cx="716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134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1pPr>
            <a:lvl2pPr marL="0" lvl="1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2pPr>
            <a:lvl3pPr marL="0" lvl="2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3pPr>
            <a:lvl4pPr marL="0" lvl="3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4pPr>
            <a:lvl5pPr marL="0" lvl="4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5pPr>
            <a:lvl6pPr marL="0" lvl="5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6pPr>
            <a:lvl7pPr marL="0" lvl="6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7pPr>
            <a:lvl8pPr marL="0" lvl="7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8pPr>
            <a:lvl9pPr marL="0" lvl="8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35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0" name="Google Shape;200;p135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˃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+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&gt;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+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−"/>
              <a:defRPr/>
            </a:lvl9pPr>
          </a:lstStyle>
          <a:p/>
        </p:txBody>
      </p:sp>
      <p:sp>
        <p:nvSpPr>
          <p:cNvPr id="201" name="Google Shape;201;p135"/>
          <p:cNvSpPr txBox="1">
            <a:spLocks noGrp="1"/>
          </p:cNvSpPr>
          <p:nvPr>
            <p:ph type="dt" idx="10"/>
          </p:nvPr>
        </p:nvSpPr>
        <p:spPr>
          <a:xfrm rot="-5400000">
            <a:off x="-1198682" y="4821116"/>
            <a:ext cx="262596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135"/>
          <p:cNvSpPr txBox="1">
            <a:spLocks noGrp="1"/>
          </p:cNvSpPr>
          <p:nvPr>
            <p:ph type="ftr" idx="11"/>
          </p:nvPr>
        </p:nvSpPr>
        <p:spPr>
          <a:xfrm>
            <a:off x="1259680" y="6553200"/>
            <a:ext cx="716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135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1pPr>
            <a:lvl2pPr marL="0" lvl="1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2pPr>
            <a:lvl3pPr marL="0" lvl="2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3pPr>
            <a:lvl4pPr marL="0" lvl="3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4pPr>
            <a:lvl5pPr marL="0" lvl="4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5pPr>
            <a:lvl6pPr marL="0" lvl="5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6pPr>
            <a:lvl7pPr marL="0" lvl="6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7pPr>
            <a:lvl8pPr marL="0" lvl="7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8pPr>
            <a:lvl9pPr marL="0" lvl="8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36"/>
          <p:cNvSpPr txBox="1">
            <a:spLocks noGrp="1"/>
          </p:cNvSpPr>
          <p:nvPr>
            <p:ph type="ctrTitle"/>
          </p:nvPr>
        </p:nvSpPr>
        <p:spPr>
          <a:xfrm>
            <a:off x="685800" y="609601"/>
            <a:ext cx="7772400" cy="1981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Calibri" panose="020F0502020204030204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136"/>
          <p:cNvSpPr txBox="1">
            <a:spLocks noGrp="1"/>
          </p:cNvSpPr>
          <p:nvPr>
            <p:ph type="dt" idx="10"/>
          </p:nvPr>
        </p:nvSpPr>
        <p:spPr>
          <a:xfrm rot="-5400000">
            <a:off x="-1198682" y="4821116"/>
            <a:ext cx="262596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" name="Google Shape;207;p136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1pPr>
            <a:lvl2pPr marL="0" lvl="1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2pPr>
            <a:lvl3pPr marL="0" lvl="2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3pPr>
            <a:lvl4pPr marL="0" lvl="3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4pPr>
            <a:lvl5pPr marL="0" lvl="4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5pPr>
            <a:lvl6pPr marL="0" lvl="5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6pPr>
            <a:lvl7pPr marL="0" lvl="6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7pPr>
            <a:lvl8pPr marL="0" lvl="7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8pPr>
            <a:lvl9pPr marL="0" lvl="8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208" name="Google Shape;208;p136"/>
          <p:cNvSpPr txBox="1">
            <a:spLocks noGrp="1"/>
          </p:cNvSpPr>
          <p:nvPr>
            <p:ph type="ftr" idx="11"/>
          </p:nvPr>
        </p:nvSpPr>
        <p:spPr>
          <a:xfrm>
            <a:off x="1259680" y="6553200"/>
            <a:ext cx="716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p136"/>
          <p:cNvSpPr txBox="1"/>
          <p:nvPr/>
        </p:nvSpPr>
        <p:spPr>
          <a:xfrm>
            <a:off x="609600" y="4953000"/>
            <a:ext cx="71628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7605"/>
              </a:buClr>
              <a:buSzPts val="1520"/>
              <a:buFont typeface="Noto Sans Symbols"/>
              <a:buNone/>
            </a:pPr>
            <a:r>
              <a:rPr lang="en-US" sz="2000" b="1">
                <a:solidFill>
                  <a:srgbClr val="675D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Dr. Mian M. Hamayun</a:t>
            </a:r>
            <a:endParaRPr lang="en-US" sz="2000" b="1">
              <a:solidFill>
                <a:srgbClr val="675D5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Clr>
                <a:srgbClr val="FF7605"/>
              </a:buClr>
              <a:buSzPts val="1520"/>
              <a:buFont typeface="Noto Sans Symbols"/>
              <a:buNone/>
            </a:pPr>
            <a:r>
              <a:rPr lang="en-US" sz="2000" i="1">
                <a:solidFill>
                  <a:srgbClr val="675D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mian.hamayun@seecs.edu.pk</a:t>
            </a:r>
            <a:endParaRPr lang="en-US" sz="2000" i="1">
              <a:solidFill>
                <a:srgbClr val="675D5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Clr>
                <a:srgbClr val="FF7605"/>
              </a:buClr>
              <a:buSzPts val="1520"/>
              <a:buFont typeface="Noto Sans Symbols"/>
              <a:buNone/>
            </a:pPr>
            <a:r>
              <a:rPr lang="en-US" sz="2000">
                <a:solidFill>
                  <a:srgbClr val="675D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http://seecs.nust.edu.pk/faculty/mianhamayun.html</a:t>
            </a:r>
            <a:endParaRPr sz="2000">
              <a:solidFill>
                <a:srgbClr val="675D5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53"/>
          <p:cNvSpPr txBox="1">
            <a:spLocks noGrp="1"/>
          </p:cNvSpPr>
          <p:nvPr>
            <p:ph type="title"/>
          </p:nvPr>
        </p:nvSpPr>
        <p:spPr>
          <a:xfrm>
            <a:off x="1219200" y="5257800"/>
            <a:ext cx="7239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Calibri" panose="020F0502020204030204"/>
              <a:buNone/>
              <a:defRPr sz="7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1" name="Google Shape;221;p53"/>
          <p:cNvSpPr txBox="1">
            <a:spLocks noGrp="1"/>
          </p:cNvSpPr>
          <p:nvPr>
            <p:ph type="body" idx="1"/>
          </p:nvPr>
        </p:nvSpPr>
        <p:spPr>
          <a:xfrm>
            <a:off x="1219200" y="838200"/>
            <a:ext cx="74676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Char char="»"/>
              <a:defRPr sz="2800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˃"/>
              <a:defRPr sz="1800">
                <a:solidFill>
                  <a:schemeClr val="dk1"/>
                </a:solidFill>
              </a:defRPr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+"/>
              <a:defRPr sz="1800">
                <a:solidFill>
                  <a:schemeClr val="dk1"/>
                </a:solidFill>
              </a:defRPr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>
                <a:solidFill>
                  <a:schemeClr val="dk1"/>
                </a:solidFill>
              </a:defRPr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>
                <a:solidFill>
                  <a:schemeClr val="dk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&gt;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+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−"/>
              <a:defRPr/>
            </a:lvl9pPr>
          </a:lstStyle>
          <a:p/>
        </p:txBody>
      </p:sp>
      <p:sp>
        <p:nvSpPr>
          <p:cNvPr id="222" name="Google Shape;222;p53"/>
          <p:cNvSpPr txBox="1">
            <a:spLocks noGrp="1"/>
          </p:cNvSpPr>
          <p:nvPr>
            <p:ph type="dt" idx="10"/>
          </p:nvPr>
        </p:nvSpPr>
        <p:spPr>
          <a:xfrm rot="-5400000">
            <a:off x="-1198682" y="4821116"/>
            <a:ext cx="262596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p53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1pPr>
            <a:lvl2pPr marL="0" lvl="1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2pPr>
            <a:lvl3pPr marL="0" lvl="2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3pPr>
            <a:lvl4pPr marL="0" lvl="3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4pPr>
            <a:lvl5pPr marL="0" lvl="4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5pPr>
            <a:lvl6pPr marL="0" lvl="5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6pPr>
            <a:lvl7pPr marL="0" lvl="6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7pPr>
            <a:lvl8pPr marL="0" lvl="7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8pPr>
            <a:lvl9pPr marL="0" lvl="8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224" name="Google Shape;224;p53"/>
          <p:cNvSpPr txBox="1">
            <a:spLocks noGrp="1"/>
          </p:cNvSpPr>
          <p:nvPr>
            <p:ph type="ftr" idx="11"/>
          </p:nvPr>
        </p:nvSpPr>
        <p:spPr>
          <a:xfrm>
            <a:off x="1259680" y="6553200"/>
            <a:ext cx="716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0" matchingName="Title Slide">
  <p:cSld name="TITLE"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83"/>
          <p:cNvSpPr/>
          <p:nvPr/>
        </p:nvSpPr>
        <p:spPr>
          <a:xfrm>
            <a:off x="0" y="0"/>
            <a:ext cx="752475" cy="6858000"/>
          </a:xfrm>
          <a:prstGeom prst="rect">
            <a:avLst/>
          </a:prstGeom>
          <a:gradFill>
            <a:gsLst>
              <a:gs pos="0">
                <a:srgbClr val="FEAC69"/>
              </a:gs>
              <a:gs pos="50000">
                <a:schemeClr val="accent1"/>
              </a:gs>
              <a:gs pos="100000">
                <a:srgbClr val="992E2C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7" name="Google Shape;227;p83"/>
          <p:cNvSpPr txBox="1">
            <a:spLocks noGrp="1"/>
          </p:cNvSpPr>
          <p:nvPr>
            <p:ph type="ctrTitle"/>
          </p:nvPr>
        </p:nvSpPr>
        <p:spPr>
          <a:xfrm>
            <a:off x="1216152" y="1267485"/>
            <a:ext cx="7235981" cy="51333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500"/>
              <a:buFont typeface="Calibri" panose="020F0502020204030204"/>
              <a:buNone/>
              <a:defRPr sz="11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83"/>
          <p:cNvSpPr txBox="1">
            <a:spLocks noGrp="1"/>
          </p:cNvSpPr>
          <p:nvPr>
            <p:ph type="subTitle" idx="1"/>
          </p:nvPr>
        </p:nvSpPr>
        <p:spPr>
          <a:xfrm>
            <a:off x="1216151" y="201702"/>
            <a:ext cx="6189583" cy="9495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r">
              <a:spcBef>
                <a:spcPts val="480"/>
              </a:spcBef>
              <a:spcAft>
                <a:spcPts val="0"/>
              </a:spcAft>
              <a:buClr>
                <a:srgbClr val="A59B98"/>
              </a:buClr>
              <a:buSzPts val="2400"/>
              <a:buNone/>
              <a:defRPr sz="2400">
                <a:solidFill>
                  <a:srgbClr val="A59B98"/>
                </a:solidFill>
              </a:defRPr>
            </a:lvl1pPr>
            <a:lvl2pPr lvl="1" algn="ctr">
              <a:spcBef>
                <a:spcPts val="360"/>
              </a:spcBef>
              <a:spcAft>
                <a:spcPts val="0"/>
              </a:spcAft>
              <a:buClr>
                <a:srgbClr val="949AA0"/>
              </a:buClr>
              <a:buSzPts val="1800"/>
              <a:buNone/>
              <a:defRPr>
                <a:solidFill>
                  <a:srgbClr val="949AA0"/>
                </a:solidFill>
              </a:defRPr>
            </a:lvl2pPr>
            <a:lvl3pPr lvl="2" algn="ctr">
              <a:spcBef>
                <a:spcPts val="360"/>
              </a:spcBef>
              <a:spcAft>
                <a:spcPts val="0"/>
              </a:spcAft>
              <a:buClr>
                <a:srgbClr val="949AA0"/>
              </a:buClr>
              <a:buSzPts val="1800"/>
              <a:buNone/>
              <a:defRPr>
                <a:solidFill>
                  <a:srgbClr val="949AA0"/>
                </a:solidFill>
              </a:defRPr>
            </a:lvl3pPr>
            <a:lvl4pPr lvl="3" algn="ctr">
              <a:spcBef>
                <a:spcPts val="360"/>
              </a:spcBef>
              <a:spcAft>
                <a:spcPts val="0"/>
              </a:spcAft>
              <a:buClr>
                <a:srgbClr val="949AA0"/>
              </a:buClr>
              <a:buSzPts val="1800"/>
              <a:buNone/>
              <a:defRPr>
                <a:solidFill>
                  <a:srgbClr val="949AA0"/>
                </a:solidFill>
              </a:defRPr>
            </a:lvl4pPr>
            <a:lvl5pPr lvl="4" algn="ctr">
              <a:spcBef>
                <a:spcPts val="360"/>
              </a:spcBef>
              <a:spcAft>
                <a:spcPts val="0"/>
              </a:spcAft>
              <a:buClr>
                <a:srgbClr val="949AA0"/>
              </a:buClr>
              <a:buSzPts val="1800"/>
              <a:buNone/>
              <a:defRPr>
                <a:solidFill>
                  <a:srgbClr val="949AA0"/>
                </a:solidFill>
              </a:defRPr>
            </a:lvl5pPr>
            <a:lvl6pPr lvl="5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949AA0"/>
                </a:solidFill>
              </a:defRPr>
            </a:lvl6pPr>
            <a:lvl7pPr lvl="6" algn="ctr">
              <a:spcBef>
                <a:spcPts val="360"/>
              </a:spcBef>
              <a:spcAft>
                <a:spcPts val="0"/>
              </a:spcAft>
              <a:buClr>
                <a:srgbClr val="949AA0"/>
              </a:buClr>
              <a:buSzPts val="1800"/>
              <a:buNone/>
              <a:defRPr>
                <a:solidFill>
                  <a:srgbClr val="949AA0"/>
                </a:solidFill>
              </a:defRPr>
            </a:lvl7pPr>
            <a:lvl8pPr lvl="7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949AA0"/>
                </a:solidFill>
              </a:defRPr>
            </a:lvl8pPr>
            <a:lvl9pPr lvl="8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949AA0"/>
                </a:solidFill>
              </a:defRPr>
            </a:lvl9pPr>
          </a:lstStyle>
          <a:p/>
        </p:txBody>
      </p:sp>
      <p:sp>
        <p:nvSpPr>
          <p:cNvPr id="229" name="Google Shape;229;p83"/>
          <p:cNvSpPr txBox="1">
            <a:spLocks noGrp="1"/>
          </p:cNvSpPr>
          <p:nvPr>
            <p:ph type="dt" idx="10"/>
          </p:nvPr>
        </p:nvSpPr>
        <p:spPr>
          <a:xfrm rot="-5400000">
            <a:off x="-1198682" y="4821116"/>
            <a:ext cx="262596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0" name="Google Shape;230;p83"/>
          <p:cNvSpPr txBox="1">
            <a:spLocks noGrp="1"/>
          </p:cNvSpPr>
          <p:nvPr>
            <p:ph type="ftr" idx="11"/>
          </p:nvPr>
        </p:nvSpPr>
        <p:spPr>
          <a:xfrm>
            <a:off x="1259680" y="6553200"/>
            <a:ext cx="716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1" name="Google Shape;231;p83"/>
          <p:cNvSpPr txBox="1">
            <a:spLocks noGrp="1"/>
          </p:cNvSpPr>
          <p:nvPr>
            <p:ph type="sldNum" idx="12"/>
          </p:nvPr>
        </p:nvSpPr>
        <p:spPr>
          <a:xfrm>
            <a:off x="8150469" y="236415"/>
            <a:ext cx="78530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1400" b="0">
                <a:solidFill>
                  <a:srgbClr val="A59B9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l">
              <a:spcBef>
                <a:spcPts val="0"/>
              </a:spcBef>
              <a:buNone/>
              <a:defRPr sz="1400" b="0">
                <a:solidFill>
                  <a:srgbClr val="A59B9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l">
              <a:spcBef>
                <a:spcPts val="0"/>
              </a:spcBef>
              <a:buNone/>
              <a:defRPr sz="1400" b="0">
                <a:solidFill>
                  <a:srgbClr val="A59B9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l">
              <a:spcBef>
                <a:spcPts val="0"/>
              </a:spcBef>
              <a:buNone/>
              <a:defRPr sz="1400" b="0">
                <a:solidFill>
                  <a:srgbClr val="A59B9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l">
              <a:spcBef>
                <a:spcPts val="0"/>
              </a:spcBef>
              <a:buNone/>
              <a:defRPr sz="1400" b="0">
                <a:solidFill>
                  <a:srgbClr val="A59B9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l">
              <a:spcBef>
                <a:spcPts val="0"/>
              </a:spcBef>
              <a:buNone/>
              <a:defRPr sz="1400" b="0">
                <a:solidFill>
                  <a:srgbClr val="A59B9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l">
              <a:spcBef>
                <a:spcPts val="0"/>
              </a:spcBef>
              <a:buNone/>
              <a:defRPr sz="1400" b="0">
                <a:solidFill>
                  <a:srgbClr val="A59B9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l">
              <a:spcBef>
                <a:spcPts val="0"/>
              </a:spcBef>
              <a:buNone/>
              <a:defRPr sz="1400" b="0">
                <a:solidFill>
                  <a:srgbClr val="A59B9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l">
              <a:spcBef>
                <a:spcPts val="0"/>
              </a:spcBef>
              <a:buNone/>
              <a:defRPr sz="1400" b="0">
                <a:solidFill>
                  <a:srgbClr val="A59B9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grpSp>
        <p:nvGrpSpPr>
          <p:cNvPr id="232" name="Google Shape;232;p83"/>
          <p:cNvGrpSpPr/>
          <p:nvPr/>
        </p:nvGrpSpPr>
        <p:grpSpPr>
          <a:xfrm>
            <a:off x="7467600" y="209550"/>
            <a:ext cx="657226" cy="431800"/>
            <a:chOff x="7467600" y="209550"/>
            <a:chExt cx="657226" cy="431800"/>
          </a:xfrm>
        </p:grpSpPr>
        <p:sp>
          <p:nvSpPr>
            <p:cNvPr id="233" name="Google Shape;233;p83"/>
            <p:cNvSpPr/>
            <p:nvPr/>
          </p:nvSpPr>
          <p:spPr>
            <a:xfrm>
              <a:off x="7467600" y="209550"/>
              <a:ext cx="242887" cy="431800"/>
            </a:xfrm>
            <a:custGeom>
              <a:avLst/>
              <a:gdLst/>
              <a:ahLst/>
              <a:cxnLst/>
              <a:rect l="l" t="t" r="r" b="b"/>
              <a:pathLst>
                <a:path w="153" h="272" extrusionOk="0">
                  <a:moveTo>
                    <a:pt x="62" y="0"/>
                  </a:moveTo>
                  <a:lnTo>
                    <a:pt x="0" y="0"/>
                  </a:lnTo>
                  <a:lnTo>
                    <a:pt x="89" y="136"/>
                  </a:lnTo>
                  <a:lnTo>
                    <a:pt x="89" y="136"/>
                  </a:lnTo>
                  <a:lnTo>
                    <a:pt x="0" y="272"/>
                  </a:lnTo>
                  <a:lnTo>
                    <a:pt x="62" y="272"/>
                  </a:lnTo>
                  <a:lnTo>
                    <a:pt x="153" y="136"/>
                  </a:lnTo>
                  <a:lnTo>
                    <a:pt x="62" y="0"/>
                  </a:lnTo>
                  <a:close/>
                </a:path>
              </a:pathLst>
            </a:custGeom>
            <a:solidFill>
              <a:srgbClr val="A59B9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4D5B6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34" name="Google Shape;234;p83"/>
            <p:cNvSpPr/>
            <p:nvPr/>
          </p:nvSpPr>
          <p:spPr>
            <a:xfrm>
              <a:off x="7677151" y="209550"/>
              <a:ext cx="242887" cy="431800"/>
            </a:xfrm>
            <a:custGeom>
              <a:avLst/>
              <a:gdLst/>
              <a:ahLst/>
              <a:cxnLst/>
              <a:rect l="l" t="t" r="r" b="b"/>
              <a:pathLst>
                <a:path w="153" h="272" extrusionOk="0">
                  <a:moveTo>
                    <a:pt x="62" y="0"/>
                  </a:moveTo>
                  <a:lnTo>
                    <a:pt x="0" y="0"/>
                  </a:lnTo>
                  <a:lnTo>
                    <a:pt x="89" y="136"/>
                  </a:lnTo>
                  <a:lnTo>
                    <a:pt x="89" y="136"/>
                  </a:lnTo>
                  <a:lnTo>
                    <a:pt x="0" y="272"/>
                  </a:lnTo>
                  <a:lnTo>
                    <a:pt x="62" y="272"/>
                  </a:lnTo>
                  <a:lnTo>
                    <a:pt x="153" y="136"/>
                  </a:lnTo>
                  <a:lnTo>
                    <a:pt x="62" y="0"/>
                  </a:lnTo>
                  <a:close/>
                </a:path>
              </a:pathLst>
            </a:custGeom>
            <a:solidFill>
              <a:srgbClr val="A59B9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4D5B6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235" name="Google Shape;235;p83"/>
            <p:cNvSpPr/>
            <p:nvPr/>
          </p:nvSpPr>
          <p:spPr>
            <a:xfrm>
              <a:off x="7881939" y="209550"/>
              <a:ext cx="242887" cy="431800"/>
            </a:xfrm>
            <a:custGeom>
              <a:avLst/>
              <a:gdLst/>
              <a:ahLst/>
              <a:cxnLst/>
              <a:rect l="l" t="t" r="r" b="b"/>
              <a:pathLst>
                <a:path w="153" h="272" extrusionOk="0">
                  <a:moveTo>
                    <a:pt x="62" y="0"/>
                  </a:moveTo>
                  <a:lnTo>
                    <a:pt x="0" y="0"/>
                  </a:lnTo>
                  <a:lnTo>
                    <a:pt x="89" y="136"/>
                  </a:lnTo>
                  <a:lnTo>
                    <a:pt x="89" y="136"/>
                  </a:lnTo>
                  <a:lnTo>
                    <a:pt x="0" y="272"/>
                  </a:lnTo>
                  <a:lnTo>
                    <a:pt x="62" y="272"/>
                  </a:lnTo>
                  <a:lnTo>
                    <a:pt x="153" y="136"/>
                  </a:lnTo>
                  <a:lnTo>
                    <a:pt x="62" y="0"/>
                  </a:lnTo>
                  <a:close/>
                </a:path>
              </a:pathLst>
            </a:custGeom>
            <a:solidFill>
              <a:srgbClr val="A59B9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4D5B6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0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00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84"/>
          <p:cNvSpPr txBox="1">
            <a:spLocks noGrp="1"/>
          </p:cNvSpPr>
          <p:nvPr>
            <p:ph type="body" idx="1"/>
          </p:nvPr>
        </p:nvSpPr>
        <p:spPr>
          <a:xfrm>
            <a:off x="1219199" y="4484080"/>
            <a:ext cx="7239001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949AA0"/>
              </a:buClr>
              <a:buSzPts val="1800"/>
              <a:buNone/>
              <a:defRPr sz="1800">
                <a:solidFill>
                  <a:srgbClr val="949AA0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949AA0"/>
              </a:buClr>
              <a:buSzPts val="1600"/>
              <a:buNone/>
              <a:defRPr sz="1600">
                <a:solidFill>
                  <a:srgbClr val="949AA0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949AA0"/>
              </a:buClr>
              <a:buSzPts val="1400"/>
              <a:buNone/>
              <a:defRPr sz="1400">
                <a:solidFill>
                  <a:srgbClr val="949AA0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949AA0"/>
              </a:buClr>
              <a:buSzPts val="1400"/>
              <a:buNone/>
              <a:defRPr sz="1400">
                <a:solidFill>
                  <a:srgbClr val="949AA0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949AA0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949AA0"/>
              </a:buClr>
              <a:buSzPts val="1400"/>
              <a:buNone/>
              <a:defRPr sz="1400">
                <a:solidFill>
                  <a:srgbClr val="949AA0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949AA0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949AA0"/>
                </a:solidFill>
              </a:defRPr>
            </a:lvl9pPr>
          </a:lstStyle>
          <a:p/>
        </p:txBody>
      </p:sp>
      <p:sp>
        <p:nvSpPr>
          <p:cNvPr id="238" name="Google Shape;238;p84"/>
          <p:cNvSpPr txBox="1">
            <a:spLocks noGrp="1"/>
          </p:cNvSpPr>
          <p:nvPr>
            <p:ph type="title"/>
          </p:nvPr>
        </p:nvSpPr>
        <p:spPr>
          <a:xfrm>
            <a:off x="1219200" y="5257800"/>
            <a:ext cx="7239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Calibri" panose="020F0502020204030204"/>
              <a:buNone/>
              <a:defRPr sz="7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9" name="Google Shape;239;p84"/>
          <p:cNvSpPr txBox="1">
            <a:spLocks noGrp="1"/>
          </p:cNvSpPr>
          <p:nvPr>
            <p:ph type="dt" idx="10"/>
          </p:nvPr>
        </p:nvSpPr>
        <p:spPr>
          <a:xfrm rot="-5400000">
            <a:off x="-1198682" y="4821116"/>
            <a:ext cx="262596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0" name="Google Shape;240;p84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1pPr>
            <a:lvl2pPr marL="0" lvl="1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2pPr>
            <a:lvl3pPr marL="0" lvl="2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3pPr>
            <a:lvl4pPr marL="0" lvl="3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4pPr>
            <a:lvl5pPr marL="0" lvl="4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5pPr>
            <a:lvl6pPr marL="0" lvl="5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6pPr>
            <a:lvl7pPr marL="0" lvl="6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7pPr>
            <a:lvl8pPr marL="0" lvl="7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8pPr>
            <a:lvl9pPr marL="0" lvl="8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241" name="Google Shape;241;p84"/>
          <p:cNvSpPr txBox="1">
            <a:spLocks noGrp="1"/>
          </p:cNvSpPr>
          <p:nvPr>
            <p:ph type="ftr" idx="11"/>
          </p:nvPr>
        </p:nvSpPr>
        <p:spPr>
          <a:xfrm>
            <a:off x="1259680" y="6553200"/>
            <a:ext cx="716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85"/>
          <p:cNvSpPr txBox="1">
            <a:spLocks noGrp="1"/>
          </p:cNvSpPr>
          <p:nvPr>
            <p:ph type="title"/>
          </p:nvPr>
        </p:nvSpPr>
        <p:spPr>
          <a:xfrm>
            <a:off x="1219200" y="5257800"/>
            <a:ext cx="7239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Calibri" panose="020F0502020204030204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4" name="Google Shape;244;p85"/>
          <p:cNvSpPr txBox="1">
            <a:spLocks noGrp="1"/>
          </p:cNvSpPr>
          <p:nvPr>
            <p:ph type="dt" idx="10"/>
          </p:nvPr>
        </p:nvSpPr>
        <p:spPr>
          <a:xfrm rot="-5400000">
            <a:off x="-1198682" y="4821116"/>
            <a:ext cx="262596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5" name="Google Shape;245;p85"/>
          <p:cNvSpPr txBox="1">
            <a:spLocks noGrp="1"/>
          </p:cNvSpPr>
          <p:nvPr>
            <p:ph type="ftr" idx="11"/>
          </p:nvPr>
        </p:nvSpPr>
        <p:spPr>
          <a:xfrm>
            <a:off x="1259680" y="6553200"/>
            <a:ext cx="716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6" name="Google Shape;246;p85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1pPr>
            <a:lvl2pPr marL="0" lvl="1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2pPr>
            <a:lvl3pPr marL="0" lvl="2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3pPr>
            <a:lvl4pPr marL="0" lvl="3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4pPr>
            <a:lvl5pPr marL="0" lvl="4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5pPr>
            <a:lvl6pPr marL="0" lvl="5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6pPr>
            <a:lvl7pPr marL="0" lvl="6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7pPr>
            <a:lvl8pPr marL="0" lvl="7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8pPr>
            <a:lvl9pPr marL="0" lvl="8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247" name="Google Shape;247;p85"/>
          <p:cNvSpPr txBox="1">
            <a:spLocks noGrp="1"/>
          </p:cNvSpPr>
          <p:nvPr>
            <p:ph type="body" idx="1"/>
          </p:nvPr>
        </p:nvSpPr>
        <p:spPr>
          <a:xfrm>
            <a:off x="1216152" y="841248"/>
            <a:ext cx="3730752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˃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+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&gt;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+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−"/>
              <a:defRPr/>
            </a:lvl9pPr>
          </a:lstStyle>
          <a:p/>
        </p:txBody>
      </p:sp>
      <p:sp>
        <p:nvSpPr>
          <p:cNvPr id="248" name="Google Shape;248;p85"/>
          <p:cNvSpPr txBox="1">
            <a:spLocks noGrp="1"/>
          </p:cNvSpPr>
          <p:nvPr>
            <p:ph type="body" idx="2"/>
          </p:nvPr>
        </p:nvSpPr>
        <p:spPr>
          <a:xfrm>
            <a:off x="5102352" y="841248"/>
            <a:ext cx="3730752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˃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+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&gt;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+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−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86"/>
          <p:cNvSpPr txBox="1">
            <a:spLocks noGrp="1"/>
          </p:cNvSpPr>
          <p:nvPr>
            <p:ph type="title"/>
          </p:nvPr>
        </p:nvSpPr>
        <p:spPr>
          <a:xfrm>
            <a:off x="1219200" y="5257800"/>
            <a:ext cx="7239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Calibri" panose="020F0502020204030204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1" name="Google Shape;251;p86"/>
          <p:cNvSpPr txBox="1">
            <a:spLocks noGrp="1"/>
          </p:cNvSpPr>
          <p:nvPr>
            <p:ph type="body" idx="1"/>
          </p:nvPr>
        </p:nvSpPr>
        <p:spPr>
          <a:xfrm>
            <a:off x="1219200" y="841248"/>
            <a:ext cx="37338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/>
        </p:txBody>
      </p:sp>
      <p:sp>
        <p:nvSpPr>
          <p:cNvPr id="252" name="Google Shape;252;p86"/>
          <p:cNvSpPr txBox="1">
            <a:spLocks noGrp="1"/>
          </p:cNvSpPr>
          <p:nvPr>
            <p:ph type="body" idx="2"/>
          </p:nvPr>
        </p:nvSpPr>
        <p:spPr>
          <a:xfrm>
            <a:off x="5105400" y="841248"/>
            <a:ext cx="3735267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/>
        </p:txBody>
      </p:sp>
      <p:sp>
        <p:nvSpPr>
          <p:cNvPr id="253" name="Google Shape;253;p86"/>
          <p:cNvSpPr txBox="1">
            <a:spLocks noGrp="1"/>
          </p:cNvSpPr>
          <p:nvPr>
            <p:ph type="dt" idx="10"/>
          </p:nvPr>
        </p:nvSpPr>
        <p:spPr>
          <a:xfrm rot="-5400000">
            <a:off x="-1198682" y="4821116"/>
            <a:ext cx="262596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4" name="Google Shape;254;p86"/>
          <p:cNvSpPr txBox="1">
            <a:spLocks noGrp="1"/>
          </p:cNvSpPr>
          <p:nvPr>
            <p:ph type="ftr" idx="11"/>
          </p:nvPr>
        </p:nvSpPr>
        <p:spPr>
          <a:xfrm>
            <a:off x="1259680" y="6553200"/>
            <a:ext cx="716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5" name="Google Shape;255;p86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1pPr>
            <a:lvl2pPr marL="0" lvl="1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2pPr>
            <a:lvl3pPr marL="0" lvl="2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3pPr>
            <a:lvl4pPr marL="0" lvl="3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4pPr>
            <a:lvl5pPr marL="0" lvl="4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5pPr>
            <a:lvl6pPr marL="0" lvl="5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6pPr>
            <a:lvl7pPr marL="0" lvl="6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7pPr>
            <a:lvl8pPr marL="0" lvl="7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8pPr>
            <a:lvl9pPr marL="0" lvl="8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256" name="Google Shape;256;p86"/>
          <p:cNvSpPr txBox="1">
            <a:spLocks noGrp="1"/>
          </p:cNvSpPr>
          <p:nvPr>
            <p:ph type="body" idx="3"/>
          </p:nvPr>
        </p:nvSpPr>
        <p:spPr>
          <a:xfrm>
            <a:off x="1216152" y="1380744"/>
            <a:ext cx="3730752" cy="384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˃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+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&gt;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+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−"/>
              <a:defRPr/>
            </a:lvl9pPr>
          </a:lstStyle>
          <a:p/>
        </p:txBody>
      </p:sp>
      <p:sp>
        <p:nvSpPr>
          <p:cNvPr id="257" name="Google Shape;257;p86"/>
          <p:cNvSpPr txBox="1">
            <a:spLocks noGrp="1"/>
          </p:cNvSpPr>
          <p:nvPr>
            <p:ph type="body" idx="4"/>
          </p:nvPr>
        </p:nvSpPr>
        <p:spPr>
          <a:xfrm>
            <a:off x="5102352" y="1380743"/>
            <a:ext cx="3730752" cy="384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˃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+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&gt;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+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−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87"/>
          <p:cNvSpPr txBox="1">
            <a:spLocks noGrp="1"/>
          </p:cNvSpPr>
          <p:nvPr>
            <p:ph type="title"/>
          </p:nvPr>
        </p:nvSpPr>
        <p:spPr>
          <a:xfrm>
            <a:off x="1219200" y="5257800"/>
            <a:ext cx="7239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Calibri" panose="020F0502020204030204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0" name="Google Shape;260;p87"/>
          <p:cNvSpPr txBox="1">
            <a:spLocks noGrp="1"/>
          </p:cNvSpPr>
          <p:nvPr>
            <p:ph type="dt" idx="10"/>
          </p:nvPr>
        </p:nvSpPr>
        <p:spPr>
          <a:xfrm rot="-5400000">
            <a:off x="-1198682" y="4821116"/>
            <a:ext cx="262596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1" name="Google Shape;261;p87"/>
          <p:cNvSpPr txBox="1">
            <a:spLocks noGrp="1"/>
          </p:cNvSpPr>
          <p:nvPr>
            <p:ph type="ftr" idx="11"/>
          </p:nvPr>
        </p:nvSpPr>
        <p:spPr>
          <a:xfrm>
            <a:off x="1259680" y="6553200"/>
            <a:ext cx="716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2" name="Google Shape;262;p87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1pPr>
            <a:lvl2pPr marL="0" lvl="1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2pPr>
            <a:lvl3pPr marL="0" lvl="2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3pPr>
            <a:lvl4pPr marL="0" lvl="3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4pPr>
            <a:lvl5pPr marL="0" lvl="4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5pPr>
            <a:lvl6pPr marL="0" lvl="5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6pPr>
            <a:lvl7pPr marL="0" lvl="6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7pPr>
            <a:lvl8pPr marL="0" lvl="7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8pPr>
            <a:lvl9pPr marL="0" lvl="8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88"/>
          <p:cNvSpPr txBox="1">
            <a:spLocks noGrp="1"/>
          </p:cNvSpPr>
          <p:nvPr>
            <p:ph type="dt" idx="10"/>
          </p:nvPr>
        </p:nvSpPr>
        <p:spPr>
          <a:xfrm rot="-5400000">
            <a:off x="-1198682" y="4821116"/>
            <a:ext cx="262596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5" name="Google Shape;265;p88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1pPr>
            <a:lvl2pPr marL="0" lvl="1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2pPr>
            <a:lvl3pPr marL="0" lvl="2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3pPr>
            <a:lvl4pPr marL="0" lvl="3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4pPr>
            <a:lvl5pPr marL="0" lvl="4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5pPr>
            <a:lvl6pPr marL="0" lvl="5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6pPr>
            <a:lvl7pPr marL="0" lvl="6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7pPr>
            <a:lvl8pPr marL="0" lvl="7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8pPr>
            <a:lvl9pPr marL="0" lvl="8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266" name="Google Shape;266;p88"/>
          <p:cNvSpPr txBox="1">
            <a:spLocks noGrp="1"/>
          </p:cNvSpPr>
          <p:nvPr>
            <p:ph type="ftr" idx="11"/>
          </p:nvPr>
        </p:nvSpPr>
        <p:spPr>
          <a:xfrm>
            <a:off x="1259680" y="6553200"/>
            <a:ext cx="716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89"/>
          <p:cNvSpPr txBox="1">
            <a:spLocks noGrp="1"/>
          </p:cNvSpPr>
          <p:nvPr>
            <p:ph type="title"/>
          </p:nvPr>
        </p:nvSpPr>
        <p:spPr>
          <a:xfrm>
            <a:off x="5715000" y="395287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7605"/>
              </a:buClr>
              <a:buSzPts val="2000"/>
              <a:buFont typeface="Calibri" panose="020F0502020204030204"/>
              <a:buNone/>
              <a:defRPr sz="2000" b="1">
                <a:solidFill>
                  <a:srgbClr val="FF760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9" name="Google Shape;269;p89"/>
          <p:cNvSpPr txBox="1">
            <a:spLocks noGrp="1"/>
          </p:cNvSpPr>
          <p:nvPr>
            <p:ph type="body" idx="1"/>
          </p:nvPr>
        </p:nvSpPr>
        <p:spPr>
          <a:xfrm>
            <a:off x="5715000" y="1557337"/>
            <a:ext cx="3008313" cy="4386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rgbClr val="9FACBA"/>
              </a:buClr>
              <a:buSzPts val="1400"/>
              <a:buNone/>
              <a:defRPr sz="1400">
                <a:solidFill>
                  <a:srgbClr val="9FACBA"/>
                </a:solidFill>
              </a:defRPr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270" name="Google Shape;270;p89"/>
          <p:cNvSpPr txBox="1">
            <a:spLocks noGrp="1"/>
          </p:cNvSpPr>
          <p:nvPr>
            <p:ph type="body" idx="2"/>
          </p:nvPr>
        </p:nvSpPr>
        <p:spPr>
          <a:xfrm>
            <a:off x="914400" y="381000"/>
            <a:ext cx="4800600" cy="59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˃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+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&gt;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+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−"/>
              <a:defRPr/>
            </a:lvl9pPr>
          </a:lstStyle>
          <a:p/>
        </p:txBody>
      </p:sp>
      <p:sp>
        <p:nvSpPr>
          <p:cNvPr id="271" name="Google Shape;271;p89"/>
          <p:cNvSpPr txBox="1">
            <a:spLocks noGrp="1"/>
          </p:cNvSpPr>
          <p:nvPr>
            <p:ph type="dt" idx="10"/>
          </p:nvPr>
        </p:nvSpPr>
        <p:spPr>
          <a:xfrm rot="-5400000">
            <a:off x="-1198682" y="4821116"/>
            <a:ext cx="262596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2" name="Google Shape;272;p89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1pPr>
            <a:lvl2pPr marL="0" lvl="1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2pPr>
            <a:lvl3pPr marL="0" lvl="2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3pPr>
            <a:lvl4pPr marL="0" lvl="3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4pPr>
            <a:lvl5pPr marL="0" lvl="4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5pPr>
            <a:lvl6pPr marL="0" lvl="5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6pPr>
            <a:lvl7pPr marL="0" lvl="6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7pPr>
            <a:lvl8pPr marL="0" lvl="7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8pPr>
            <a:lvl9pPr marL="0" lvl="8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273" name="Google Shape;273;p89"/>
          <p:cNvSpPr txBox="1">
            <a:spLocks noGrp="1"/>
          </p:cNvSpPr>
          <p:nvPr>
            <p:ph type="ftr" idx="11"/>
          </p:nvPr>
        </p:nvSpPr>
        <p:spPr>
          <a:xfrm>
            <a:off x="1259680" y="6553200"/>
            <a:ext cx="716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90"/>
          <p:cNvSpPr txBox="1">
            <a:spLocks noGrp="1"/>
          </p:cNvSpPr>
          <p:nvPr>
            <p:ph type="title"/>
          </p:nvPr>
        </p:nvSpPr>
        <p:spPr>
          <a:xfrm>
            <a:off x="1219200" y="4624754"/>
            <a:ext cx="5486400" cy="4044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6" name="Google Shape;276;p90"/>
          <p:cNvSpPr>
            <a:spLocks noGrp="1"/>
          </p:cNvSpPr>
          <p:nvPr>
            <p:ph type="pic" idx="2"/>
          </p:nvPr>
        </p:nvSpPr>
        <p:spPr>
          <a:xfrm>
            <a:off x="1323975" y="381000"/>
            <a:ext cx="5867400" cy="4081462"/>
          </a:xfrm>
          <a:prstGeom prst="rect">
            <a:avLst/>
          </a:prstGeom>
          <a:noFill/>
          <a:ln>
            <a:noFill/>
          </a:ln>
        </p:spPr>
      </p:sp>
      <p:sp>
        <p:nvSpPr>
          <p:cNvPr id="277" name="Google Shape;277;p90"/>
          <p:cNvSpPr txBox="1">
            <a:spLocks noGrp="1"/>
          </p:cNvSpPr>
          <p:nvPr>
            <p:ph type="body" idx="1"/>
          </p:nvPr>
        </p:nvSpPr>
        <p:spPr>
          <a:xfrm>
            <a:off x="1219200" y="5029200"/>
            <a:ext cx="40386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278" name="Google Shape;278;p90"/>
          <p:cNvSpPr txBox="1">
            <a:spLocks noGrp="1"/>
          </p:cNvSpPr>
          <p:nvPr>
            <p:ph type="dt" idx="10"/>
          </p:nvPr>
        </p:nvSpPr>
        <p:spPr>
          <a:xfrm rot="-5400000">
            <a:off x="-1198682" y="4821116"/>
            <a:ext cx="262596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9" name="Google Shape;279;p90"/>
          <p:cNvSpPr txBox="1">
            <a:spLocks noGrp="1"/>
          </p:cNvSpPr>
          <p:nvPr>
            <p:ph type="ftr" idx="11"/>
          </p:nvPr>
        </p:nvSpPr>
        <p:spPr>
          <a:xfrm>
            <a:off x="1259680" y="6553200"/>
            <a:ext cx="716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0" name="Google Shape;280;p90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1pPr>
            <a:lvl2pPr marL="0" lvl="1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2pPr>
            <a:lvl3pPr marL="0" lvl="2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3pPr>
            <a:lvl4pPr marL="0" lvl="3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4pPr>
            <a:lvl5pPr marL="0" lvl="4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5pPr>
            <a:lvl6pPr marL="0" lvl="5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6pPr>
            <a:lvl7pPr marL="0" lvl="6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7pPr>
            <a:lvl8pPr marL="0" lvl="7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8pPr>
            <a:lvl9pPr marL="0" lvl="8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91"/>
          <p:cNvSpPr txBox="1">
            <a:spLocks noGrp="1"/>
          </p:cNvSpPr>
          <p:nvPr>
            <p:ph type="title"/>
          </p:nvPr>
        </p:nvSpPr>
        <p:spPr>
          <a:xfrm>
            <a:off x="1219200" y="5257800"/>
            <a:ext cx="7239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3" name="Google Shape;283;p91"/>
          <p:cNvSpPr txBox="1">
            <a:spLocks noGrp="1"/>
          </p:cNvSpPr>
          <p:nvPr>
            <p:ph type="body" idx="1"/>
          </p:nvPr>
        </p:nvSpPr>
        <p:spPr>
          <a:xfrm rot="5400000">
            <a:off x="2743200" y="-685800"/>
            <a:ext cx="4419600" cy="74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˃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+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&gt;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+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−"/>
              <a:defRPr/>
            </a:lvl9pPr>
          </a:lstStyle>
          <a:p/>
        </p:txBody>
      </p:sp>
      <p:sp>
        <p:nvSpPr>
          <p:cNvPr id="284" name="Google Shape;284;p91"/>
          <p:cNvSpPr txBox="1">
            <a:spLocks noGrp="1"/>
          </p:cNvSpPr>
          <p:nvPr>
            <p:ph type="dt" idx="10"/>
          </p:nvPr>
        </p:nvSpPr>
        <p:spPr>
          <a:xfrm rot="-5400000">
            <a:off x="-1198682" y="4821116"/>
            <a:ext cx="262596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5" name="Google Shape;285;p91"/>
          <p:cNvSpPr txBox="1">
            <a:spLocks noGrp="1"/>
          </p:cNvSpPr>
          <p:nvPr>
            <p:ph type="ftr" idx="11"/>
          </p:nvPr>
        </p:nvSpPr>
        <p:spPr>
          <a:xfrm>
            <a:off x="1259680" y="6553200"/>
            <a:ext cx="716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6" name="Google Shape;286;p91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1pPr>
            <a:lvl2pPr marL="0" lvl="1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2pPr>
            <a:lvl3pPr marL="0" lvl="2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3pPr>
            <a:lvl4pPr marL="0" lvl="3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4pPr>
            <a:lvl5pPr marL="0" lvl="4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5pPr>
            <a:lvl6pPr marL="0" lvl="5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6pPr>
            <a:lvl7pPr marL="0" lvl="6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7pPr>
            <a:lvl8pPr marL="0" lvl="7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8pPr>
            <a:lvl9pPr marL="0" lvl="8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9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9" name="Google Shape;289;p9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˃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+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&gt;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+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−"/>
              <a:defRPr/>
            </a:lvl9pPr>
          </a:lstStyle>
          <a:p/>
        </p:txBody>
      </p:sp>
      <p:sp>
        <p:nvSpPr>
          <p:cNvPr id="290" name="Google Shape;290;p92"/>
          <p:cNvSpPr txBox="1">
            <a:spLocks noGrp="1"/>
          </p:cNvSpPr>
          <p:nvPr>
            <p:ph type="dt" idx="10"/>
          </p:nvPr>
        </p:nvSpPr>
        <p:spPr>
          <a:xfrm rot="-5400000">
            <a:off x="-1198682" y="4821116"/>
            <a:ext cx="262596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1" name="Google Shape;291;p92"/>
          <p:cNvSpPr txBox="1">
            <a:spLocks noGrp="1"/>
          </p:cNvSpPr>
          <p:nvPr>
            <p:ph type="ftr" idx="11"/>
          </p:nvPr>
        </p:nvSpPr>
        <p:spPr>
          <a:xfrm>
            <a:off x="1259680" y="6553200"/>
            <a:ext cx="716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2" name="Google Shape;292;p92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1pPr>
            <a:lvl2pPr marL="0" lvl="1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2pPr>
            <a:lvl3pPr marL="0" lvl="2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3pPr>
            <a:lvl4pPr marL="0" lvl="3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4pPr>
            <a:lvl5pPr marL="0" lvl="4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5pPr>
            <a:lvl6pPr marL="0" lvl="5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6pPr>
            <a:lvl7pPr marL="0" lvl="6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7pPr>
            <a:lvl8pPr marL="0" lvl="7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8pPr>
            <a:lvl9pPr marL="0" lvl="8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93"/>
          <p:cNvSpPr txBox="1">
            <a:spLocks noGrp="1"/>
          </p:cNvSpPr>
          <p:nvPr>
            <p:ph type="ctrTitle"/>
          </p:nvPr>
        </p:nvSpPr>
        <p:spPr>
          <a:xfrm>
            <a:off x="685800" y="609601"/>
            <a:ext cx="7772400" cy="1981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Calibri" panose="020F0502020204030204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5" name="Google Shape;295;p93"/>
          <p:cNvSpPr txBox="1">
            <a:spLocks noGrp="1"/>
          </p:cNvSpPr>
          <p:nvPr>
            <p:ph type="dt" idx="10"/>
          </p:nvPr>
        </p:nvSpPr>
        <p:spPr>
          <a:xfrm rot="-5400000">
            <a:off x="-1198682" y="4821116"/>
            <a:ext cx="262596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6" name="Google Shape;296;p93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1pPr>
            <a:lvl2pPr marL="0" lvl="1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2pPr>
            <a:lvl3pPr marL="0" lvl="2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3pPr>
            <a:lvl4pPr marL="0" lvl="3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4pPr>
            <a:lvl5pPr marL="0" lvl="4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5pPr>
            <a:lvl6pPr marL="0" lvl="5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6pPr>
            <a:lvl7pPr marL="0" lvl="6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7pPr>
            <a:lvl8pPr marL="0" lvl="7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8pPr>
            <a:lvl9pPr marL="0" lvl="8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297" name="Google Shape;297;p93"/>
          <p:cNvSpPr txBox="1">
            <a:spLocks noGrp="1"/>
          </p:cNvSpPr>
          <p:nvPr>
            <p:ph type="ftr" idx="11"/>
          </p:nvPr>
        </p:nvSpPr>
        <p:spPr>
          <a:xfrm>
            <a:off x="1259680" y="6553200"/>
            <a:ext cx="716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8" name="Google Shape;298;p93"/>
          <p:cNvSpPr txBox="1"/>
          <p:nvPr/>
        </p:nvSpPr>
        <p:spPr>
          <a:xfrm>
            <a:off x="609600" y="4953000"/>
            <a:ext cx="71628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7605"/>
              </a:buClr>
              <a:buSzPts val="1520"/>
              <a:buFont typeface="Noto Sans Symbols"/>
              <a:buNone/>
            </a:pPr>
            <a:r>
              <a:rPr lang="en-US" sz="2000" b="1">
                <a:solidFill>
                  <a:srgbClr val="675D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Dr. Mian M. Hamayun</a:t>
            </a:r>
            <a:endParaRPr lang="en-US" sz="2000" b="1">
              <a:solidFill>
                <a:srgbClr val="675D5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Clr>
                <a:srgbClr val="FF7605"/>
              </a:buClr>
              <a:buSzPts val="1520"/>
              <a:buFont typeface="Noto Sans Symbols"/>
              <a:buNone/>
            </a:pPr>
            <a:r>
              <a:rPr lang="en-US" sz="2000" i="1">
                <a:solidFill>
                  <a:srgbClr val="675D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mian.hamayun@seecs.edu.pk</a:t>
            </a:r>
            <a:endParaRPr lang="en-US" sz="2000" i="1">
              <a:solidFill>
                <a:srgbClr val="675D5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Clr>
                <a:srgbClr val="FF7605"/>
              </a:buClr>
              <a:buSzPts val="1520"/>
              <a:buFont typeface="Noto Sans Symbols"/>
              <a:buNone/>
            </a:pPr>
            <a:r>
              <a:rPr lang="en-US" sz="2000">
                <a:solidFill>
                  <a:srgbClr val="675D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http://seecs.nust.edu.pk/faculty/mianhamayun.html</a:t>
            </a:r>
            <a:endParaRPr sz="2000">
              <a:solidFill>
                <a:srgbClr val="675D5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55"/>
          <p:cNvSpPr txBox="1">
            <a:spLocks noGrp="1"/>
          </p:cNvSpPr>
          <p:nvPr>
            <p:ph type="title"/>
          </p:nvPr>
        </p:nvSpPr>
        <p:spPr>
          <a:xfrm>
            <a:off x="1219200" y="5257800"/>
            <a:ext cx="7239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Calibri" panose="020F0502020204030204"/>
              <a:buNone/>
              <a:defRPr sz="7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0" name="Google Shape;310;p55"/>
          <p:cNvSpPr txBox="1">
            <a:spLocks noGrp="1"/>
          </p:cNvSpPr>
          <p:nvPr>
            <p:ph type="body" idx="1"/>
          </p:nvPr>
        </p:nvSpPr>
        <p:spPr>
          <a:xfrm>
            <a:off x="1219200" y="838200"/>
            <a:ext cx="74676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Char char="»"/>
              <a:defRPr sz="2800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˃"/>
              <a:defRPr sz="1800">
                <a:solidFill>
                  <a:schemeClr val="dk1"/>
                </a:solidFill>
              </a:defRPr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+"/>
              <a:defRPr sz="1800">
                <a:solidFill>
                  <a:schemeClr val="dk1"/>
                </a:solidFill>
              </a:defRPr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>
                <a:solidFill>
                  <a:schemeClr val="dk1"/>
                </a:solidFill>
              </a:defRPr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>
                <a:solidFill>
                  <a:schemeClr val="dk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&gt;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+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−"/>
              <a:defRPr/>
            </a:lvl9pPr>
          </a:lstStyle>
          <a:p/>
        </p:txBody>
      </p:sp>
      <p:sp>
        <p:nvSpPr>
          <p:cNvPr id="311" name="Google Shape;311;p55"/>
          <p:cNvSpPr txBox="1">
            <a:spLocks noGrp="1"/>
          </p:cNvSpPr>
          <p:nvPr>
            <p:ph type="dt" idx="10"/>
          </p:nvPr>
        </p:nvSpPr>
        <p:spPr>
          <a:xfrm rot="-5400000">
            <a:off x="-1198682" y="4821116"/>
            <a:ext cx="262596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2" name="Google Shape;312;p55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1pPr>
            <a:lvl2pPr marL="0" lvl="1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2pPr>
            <a:lvl3pPr marL="0" lvl="2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3pPr>
            <a:lvl4pPr marL="0" lvl="3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4pPr>
            <a:lvl5pPr marL="0" lvl="4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5pPr>
            <a:lvl6pPr marL="0" lvl="5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6pPr>
            <a:lvl7pPr marL="0" lvl="6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7pPr>
            <a:lvl8pPr marL="0" lvl="7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8pPr>
            <a:lvl9pPr marL="0" lvl="8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313" name="Google Shape;313;p55"/>
          <p:cNvSpPr txBox="1">
            <a:spLocks noGrp="1"/>
          </p:cNvSpPr>
          <p:nvPr>
            <p:ph type="ftr" idx="11"/>
          </p:nvPr>
        </p:nvSpPr>
        <p:spPr>
          <a:xfrm>
            <a:off x="1259680" y="6553200"/>
            <a:ext cx="716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0" matchingName="Title Slide">
  <p:cSld name="TITLE"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04"/>
          <p:cNvSpPr/>
          <p:nvPr/>
        </p:nvSpPr>
        <p:spPr>
          <a:xfrm>
            <a:off x="0" y="0"/>
            <a:ext cx="752475" cy="6858000"/>
          </a:xfrm>
          <a:prstGeom prst="rect">
            <a:avLst/>
          </a:prstGeom>
          <a:gradFill>
            <a:gsLst>
              <a:gs pos="0">
                <a:srgbClr val="FEAC69"/>
              </a:gs>
              <a:gs pos="50000">
                <a:schemeClr val="accent1"/>
              </a:gs>
              <a:gs pos="100000">
                <a:srgbClr val="992E2C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16" name="Google Shape;316;p104"/>
          <p:cNvSpPr txBox="1">
            <a:spLocks noGrp="1"/>
          </p:cNvSpPr>
          <p:nvPr>
            <p:ph type="ctrTitle"/>
          </p:nvPr>
        </p:nvSpPr>
        <p:spPr>
          <a:xfrm>
            <a:off x="1216152" y="1267485"/>
            <a:ext cx="7235981" cy="51333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500"/>
              <a:buFont typeface="Calibri" panose="020F0502020204030204"/>
              <a:buNone/>
              <a:defRPr sz="11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7" name="Google Shape;317;p104"/>
          <p:cNvSpPr txBox="1">
            <a:spLocks noGrp="1"/>
          </p:cNvSpPr>
          <p:nvPr>
            <p:ph type="subTitle" idx="1"/>
          </p:nvPr>
        </p:nvSpPr>
        <p:spPr>
          <a:xfrm>
            <a:off x="1216151" y="201702"/>
            <a:ext cx="6189583" cy="9495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r">
              <a:spcBef>
                <a:spcPts val="480"/>
              </a:spcBef>
              <a:spcAft>
                <a:spcPts val="0"/>
              </a:spcAft>
              <a:buClr>
                <a:srgbClr val="A59B98"/>
              </a:buClr>
              <a:buSzPts val="2400"/>
              <a:buNone/>
              <a:defRPr sz="2400">
                <a:solidFill>
                  <a:srgbClr val="A59B98"/>
                </a:solidFill>
              </a:defRPr>
            </a:lvl1pPr>
            <a:lvl2pPr lvl="1" algn="ctr">
              <a:spcBef>
                <a:spcPts val="360"/>
              </a:spcBef>
              <a:spcAft>
                <a:spcPts val="0"/>
              </a:spcAft>
              <a:buClr>
                <a:srgbClr val="949AA0"/>
              </a:buClr>
              <a:buSzPts val="1800"/>
              <a:buNone/>
              <a:defRPr>
                <a:solidFill>
                  <a:srgbClr val="949AA0"/>
                </a:solidFill>
              </a:defRPr>
            </a:lvl2pPr>
            <a:lvl3pPr lvl="2" algn="ctr">
              <a:spcBef>
                <a:spcPts val="360"/>
              </a:spcBef>
              <a:spcAft>
                <a:spcPts val="0"/>
              </a:spcAft>
              <a:buClr>
                <a:srgbClr val="949AA0"/>
              </a:buClr>
              <a:buSzPts val="1800"/>
              <a:buNone/>
              <a:defRPr>
                <a:solidFill>
                  <a:srgbClr val="949AA0"/>
                </a:solidFill>
              </a:defRPr>
            </a:lvl3pPr>
            <a:lvl4pPr lvl="3" algn="ctr">
              <a:spcBef>
                <a:spcPts val="360"/>
              </a:spcBef>
              <a:spcAft>
                <a:spcPts val="0"/>
              </a:spcAft>
              <a:buClr>
                <a:srgbClr val="949AA0"/>
              </a:buClr>
              <a:buSzPts val="1800"/>
              <a:buNone/>
              <a:defRPr>
                <a:solidFill>
                  <a:srgbClr val="949AA0"/>
                </a:solidFill>
              </a:defRPr>
            </a:lvl4pPr>
            <a:lvl5pPr lvl="4" algn="ctr">
              <a:spcBef>
                <a:spcPts val="360"/>
              </a:spcBef>
              <a:spcAft>
                <a:spcPts val="0"/>
              </a:spcAft>
              <a:buClr>
                <a:srgbClr val="949AA0"/>
              </a:buClr>
              <a:buSzPts val="1800"/>
              <a:buNone/>
              <a:defRPr>
                <a:solidFill>
                  <a:srgbClr val="949AA0"/>
                </a:solidFill>
              </a:defRPr>
            </a:lvl5pPr>
            <a:lvl6pPr lvl="5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949AA0"/>
                </a:solidFill>
              </a:defRPr>
            </a:lvl6pPr>
            <a:lvl7pPr lvl="6" algn="ctr">
              <a:spcBef>
                <a:spcPts val="360"/>
              </a:spcBef>
              <a:spcAft>
                <a:spcPts val="0"/>
              </a:spcAft>
              <a:buClr>
                <a:srgbClr val="949AA0"/>
              </a:buClr>
              <a:buSzPts val="1800"/>
              <a:buNone/>
              <a:defRPr>
                <a:solidFill>
                  <a:srgbClr val="949AA0"/>
                </a:solidFill>
              </a:defRPr>
            </a:lvl7pPr>
            <a:lvl8pPr lvl="7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949AA0"/>
                </a:solidFill>
              </a:defRPr>
            </a:lvl8pPr>
            <a:lvl9pPr lvl="8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949AA0"/>
                </a:solidFill>
              </a:defRPr>
            </a:lvl9pPr>
          </a:lstStyle>
          <a:p/>
        </p:txBody>
      </p:sp>
      <p:sp>
        <p:nvSpPr>
          <p:cNvPr id="318" name="Google Shape;318;p104"/>
          <p:cNvSpPr txBox="1">
            <a:spLocks noGrp="1"/>
          </p:cNvSpPr>
          <p:nvPr>
            <p:ph type="dt" idx="10"/>
          </p:nvPr>
        </p:nvSpPr>
        <p:spPr>
          <a:xfrm rot="-5400000">
            <a:off x="-1198682" y="4821116"/>
            <a:ext cx="262596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9" name="Google Shape;319;p104"/>
          <p:cNvSpPr txBox="1">
            <a:spLocks noGrp="1"/>
          </p:cNvSpPr>
          <p:nvPr>
            <p:ph type="ftr" idx="11"/>
          </p:nvPr>
        </p:nvSpPr>
        <p:spPr>
          <a:xfrm>
            <a:off x="1259680" y="6553200"/>
            <a:ext cx="716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0" name="Google Shape;320;p104"/>
          <p:cNvSpPr txBox="1">
            <a:spLocks noGrp="1"/>
          </p:cNvSpPr>
          <p:nvPr>
            <p:ph type="sldNum" idx="12"/>
          </p:nvPr>
        </p:nvSpPr>
        <p:spPr>
          <a:xfrm>
            <a:off x="8150469" y="236415"/>
            <a:ext cx="78530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1400" b="0">
                <a:solidFill>
                  <a:srgbClr val="A59B9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l">
              <a:spcBef>
                <a:spcPts val="0"/>
              </a:spcBef>
              <a:buNone/>
              <a:defRPr sz="1400" b="0">
                <a:solidFill>
                  <a:srgbClr val="A59B9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l">
              <a:spcBef>
                <a:spcPts val="0"/>
              </a:spcBef>
              <a:buNone/>
              <a:defRPr sz="1400" b="0">
                <a:solidFill>
                  <a:srgbClr val="A59B9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l">
              <a:spcBef>
                <a:spcPts val="0"/>
              </a:spcBef>
              <a:buNone/>
              <a:defRPr sz="1400" b="0">
                <a:solidFill>
                  <a:srgbClr val="A59B9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l">
              <a:spcBef>
                <a:spcPts val="0"/>
              </a:spcBef>
              <a:buNone/>
              <a:defRPr sz="1400" b="0">
                <a:solidFill>
                  <a:srgbClr val="A59B9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l">
              <a:spcBef>
                <a:spcPts val="0"/>
              </a:spcBef>
              <a:buNone/>
              <a:defRPr sz="1400" b="0">
                <a:solidFill>
                  <a:srgbClr val="A59B9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l">
              <a:spcBef>
                <a:spcPts val="0"/>
              </a:spcBef>
              <a:buNone/>
              <a:defRPr sz="1400" b="0">
                <a:solidFill>
                  <a:srgbClr val="A59B9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l">
              <a:spcBef>
                <a:spcPts val="0"/>
              </a:spcBef>
              <a:buNone/>
              <a:defRPr sz="1400" b="0">
                <a:solidFill>
                  <a:srgbClr val="A59B9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l">
              <a:spcBef>
                <a:spcPts val="0"/>
              </a:spcBef>
              <a:buNone/>
              <a:defRPr sz="1400" b="0">
                <a:solidFill>
                  <a:srgbClr val="A59B9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grpSp>
        <p:nvGrpSpPr>
          <p:cNvPr id="321" name="Google Shape;321;p104"/>
          <p:cNvGrpSpPr/>
          <p:nvPr/>
        </p:nvGrpSpPr>
        <p:grpSpPr>
          <a:xfrm>
            <a:off x="7467600" y="209550"/>
            <a:ext cx="657226" cy="431800"/>
            <a:chOff x="7467600" y="209550"/>
            <a:chExt cx="657226" cy="431800"/>
          </a:xfrm>
        </p:grpSpPr>
        <p:sp>
          <p:nvSpPr>
            <p:cNvPr id="322" name="Google Shape;322;p104"/>
            <p:cNvSpPr/>
            <p:nvPr/>
          </p:nvSpPr>
          <p:spPr>
            <a:xfrm>
              <a:off x="7467600" y="209550"/>
              <a:ext cx="242887" cy="431800"/>
            </a:xfrm>
            <a:custGeom>
              <a:avLst/>
              <a:gdLst/>
              <a:ahLst/>
              <a:cxnLst/>
              <a:rect l="l" t="t" r="r" b="b"/>
              <a:pathLst>
                <a:path w="153" h="272" extrusionOk="0">
                  <a:moveTo>
                    <a:pt x="62" y="0"/>
                  </a:moveTo>
                  <a:lnTo>
                    <a:pt x="0" y="0"/>
                  </a:lnTo>
                  <a:lnTo>
                    <a:pt x="89" y="136"/>
                  </a:lnTo>
                  <a:lnTo>
                    <a:pt x="89" y="136"/>
                  </a:lnTo>
                  <a:lnTo>
                    <a:pt x="0" y="272"/>
                  </a:lnTo>
                  <a:lnTo>
                    <a:pt x="62" y="272"/>
                  </a:lnTo>
                  <a:lnTo>
                    <a:pt x="153" y="136"/>
                  </a:lnTo>
                  <a:lnTo>
                    <a:pt x="62" y="0"/>
                  </a:lnTo>
                  <a:close/>
                </a:path>
              </a:pathLst>
            </a:custGeom>
            <a:solidFill>
              <a:srgbClr val="A59B9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4D5B6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323" name="Google Shape;323;p104"/>
            <p:cNvSpPr/>
            <p:nvPr/>
          </p:nvSpPr>
          <p:spPr>
            <a:xfrm>
              <a:off x="7677151" y="209550"/>
              <a:ext cx="242887" cy="431800"/>
            </a:xfrm>
            <a:custGeom>
              <a:avLst/>
              <a:gdLst/>
              <a:ahLst/>
              <a:cxnLst/>
              <a:rect l="l" t="t" r="r" b="b"/>
              <a:pathLst>
                <a:path w="153" h="272" extrusionOk="0">
                  <a:moveTo>
                    <a:pt x="62" y="0"/>
                  </a:moveTo>
                  <a:lnTo>
                    <a:pt x="0" y="0"/>
                  </a:lnTo>
                  <a:lnTo>
                    <a:pt x="89" y="136"/>
                  </a:lnTo>
                  <a:lnTo>
                    <a:pt x="89" y="136"/>
                  </a:lnTo>
                  <a:lnTo>
                    <a:pt x="0" y="272"/>
                  </a:lnTo>
                  <a:lnTo>
                    <a:pt x="62" y="272"/>
                  </a:lnTo>
                  <a:lnTo>
                    <a:pt x="153" y="136"/>
                  </a:lnTo>
                  <a:lnTo>
                    <a:pt x="62" y="0"/>
                  </a:lnTo>
                  <a:close/>
                </a:path>
              </a:pathLst>
            </a:custGeom>
            <a:solidFill>
              <a:srgbClr val="A59B9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4D5B6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324" name="Google Shape;324;p104"/>
            <p:cNvSpPr/>
            <p:nvPr/>
          </p:nvSpPr>
          <p:spPr>
            <a:xfrm>
              <a:off x="7881939" y="209550"/>
              <a:ext cx="242887" cy="431800"/>
            </a:xfrm>
            <a:custGeom>
              <a:avLst/>
              <a:gdLst/>
              <a:ahLst/>
              <a:cxnLst/>
              <a:rect l="l" t="t" r="r" b="b"/>
              <a:pathLst>
                <a:path w="153" h="272" extrusionOk="0">
                  <a:moveTo>
                    <a:pt x="62" y="0"/>
                  </a:moveTo>
                  <a:lnTo>
                    <a:pt x="0" y="0"/>
                  </a:lnTo>
                  <a:lnTo>
                    <a:pt x="89" y="136"/>
                  </a:lnTo>
                  <a:lnTo>
                    <a:pt x="89" y="136"/>
                  </a:lnTo>
                  <a:lnTo>
                    <a:pt x="0" y="272"/>
                  </a:lnTo>
                  <a:lnTo>
                    <a:pt x="62" y="272"/>
                  </a:lnTo>
                  <a:lnTo>
                    <a:pt x="153" y="136"/>
                  </a:lnTo>
                  <a:lnTo>
                    <a:pt x="62" y="0"/>
                  </a:lnTo>
                  <a:close/>
                </a:path>
              </a:pathLst>
            </a:custGeom>
            <a:solidFill>
              <a:srgbClr val="A59B9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4D5B6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0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00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05"/>
          <p:cNvSpPr txBox="1">
            <a:spLocks noGrp="1"/>
          </p:cNvSpPr>
          <p:nvPr>
            <p:ph type="body" idx="1"/>
          </p:nvPr>
        </p:nvSpPr>
        <p:spPr>
          <a:xfrm>
            <a:off x="1219199" y="4484080"/>
            <a:ext cx="7239001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949AA0"/>
              </a:buClr>
              <a:buSzPts val="1800"/>
              <a:buNone/>
              <a:defRPr sz="1800">
                <a:solidFill>
                  <a:srgbClr val="949AA0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949AA0"/>
              </a:buClr>
              <a:buSzPts val="1600"/>
              <a:buNone/>
              <a:defRPr sz="1600">
                <a:solidFill>
                  <a:srgbClr val="949AA0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949AA0"/>
              </a:buClr>
              <a:buSzPts val="1400"/>
              <a:buNone/>
              <a:defRPr sz="1400">
                <a:solidFill>
                  <a:srgbClr val="949AA0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949AA0"/>
              </a:buClr>
              <a:buSzPts val="1400"/>
              <a:buNone/>
              <a:defRPr sz="1400">
                <a:solidFill>
                  <a:srgbClr val="949AA0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949AA0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949AA0"/>
              </a:buClr>
              <a:buSzPts val="1400"/>
              <a:buNone/>
              <a:defRPr sz="1400">
                <a:solidFill>
                  <a:srgbClr val="949AA0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949AA0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949AA0"/>
                </a:solidFill>
              </a:defRPr>
            </a:lvl9pPr>
          </a:lstStyle>
          <a:p/>
        </p:txBody>
      </p:sp>
      <p:sp>
        <p:nvSpPr>
          <p:cNvPr id="327" name="Google Shape;327;p105"/>
          <p:cNvSpPr txBox="1">
            <a:spLocks noGrp="1"/>
          </p:cNvSpPr>
          <p:nvPr>
            <p:ph type="title"/>
          </p:nvPr>
        </p:nvSpPr>
        <p:spPr>
          <a:xfrm>
            <a:off x="1219200" y="5257800"/>
            <a:ext cx="7239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Calibri" panose="020F0502020204030204"/>
              <a:buNone/>
              <a:defRPr sz="7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8" name="Google Shape;328;p105"/>
          <p:cNvSpPr txBox="1">
            <a:spLocks noGrp="1"/>
          </p:cNvSpPr>
          <p:nvPr>
            <p:ph type="dt" idx="10"/>
          </p:nvPr>
        </p:nvSpPr>
        <p:spPr>
          <a:xfrm rot="-5400000">
            <a:off x="-1198682" y="4821116"/>
            <a:ext cx="262596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9" name="Google Shape;329;p105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1pPr>
            <a:lvl2pPr marL="0" lvl="1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2pPr>
            <a:lvl3pPr marL="0" lvl="2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3pPr>
            <a:lvl4pPr marL="0" lvl="3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4pPr>
            <a:lvl5pPr marL="0" lvl="4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5pPr>
            <a:lvl6pPr marL="0" lvl="5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6pPr>
            <a:lvl7pPr marL="0" lvl="6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7pPr>
            <a:lvl8pPr marL="0" lvl="7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8pPr>
            <a:lvl9pPr marL="0" lvl="8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330" name="Google Shape;330;p105"/>
          <p:cNvSpPr txBox="1">
            <a:spLocks noGrp="1"/>
          </p:cNvSpPr>
          <p:nvPr>
            <p:ph type="ftr" idx="11"/>
          </p:nvPr>
        </p:nvSpPr>
        <p:spPr>
          <a:xfrm>
            <a:off x="1259680" y="6553200"/>
            <a:ext cx="716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06"/>
          <p:cNvSpPr txBox="1">
            <a:spLocks noGrp="1"/>
          </p:cNvSpPr>
          <p:nvPr>
            <p:ph type="title"/>
          </p:nvPr>
        </p:nvSpPr>
        <p:spPr>
          <a:xfrm>
            <a:off x="1219200" y="5257800"/>
            <a:ext cx="7239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Calibri" panose="020F0502020204030204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3" name="Google Shape;333;p106"/>
          <p:cNvSpPr txBox="1">
            <a:spLocks noGrp="1"/>
          </p:cNvSpPr>
          <p:nvPr>
            <p:ph type="dt" idx="10"/>
          </p:nvPr>
        </p:nvSpPr>
        <p:spPr>
          <a:xfrm rot="-5400000">
            <a:off x="-1198682" y="4821116"/>
            <a:ext cx="262596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4" name="Google Shape;334;p106"/>
          <p:cNvSpPr txBox="1">
            <a:spLocks noGrp="1"/>
          </p:cNvSpPr>
          <p:nvPr>
            <p:ph type="ftr" idx="11"/>
          </p:nvPr>
        </p:nvSpPr>
        <p:spPr>
          <a:xfrm>
            <a:off x="1259680" y="6553200"/>
            <a:ext cx="716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5" name="Google Shape;335;p106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1pPr>
            <a:lvl2pPr marL="0" lvl="1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2pPr>
            <a:lvl3pPr marL="0" lvl="2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3pPr>
            <a:lvl4pPr marL="0" lvl="3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4pPr>
            <a:lvl5pPr marL="0" lvl="4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5pPr>
            <a:lvl6pPr marL="0" lvl="5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6pPr>
            <a:lvl7pPr marL="0" lvl="6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7pPr>
            <a:lvl8pPr marL="0" lvl="7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8pPr>
            <a:lvl9pPr marL="0" lvl="8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336" name="Google Shape;336;p106"/>
          <p:cNvSpPr txBox="1">
            <a:spLocks noGrp="1"/>
          </p:cNvSpPr>
          <p:nvPr>
            <p:ph type="body" idx="1"/>
          </p:nvPr>
        </p:nvSpPr>
        <p:spPr>
          <a:xfrm>
            <a:off x="1216152" y="841248"/>
            <a:ext cx="3730752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˃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+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&gt;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+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−"/>
              <a:defRPr/>
            </a:lvl9pPr>
          </a:lstStyle>
          <a:p/>
        </p:txBody>
      </p:sp>
      <p:sp>
        <p:nvSpPr>
          <p:cNvPr id="337" name="Google Shape;337;p106"/>
          <p:cNvSpPr txBox="1">
            <a:spLocks noGrp="1"/>
          </p:cNvSpPr>
          <p:nvPr>
            <p:ph type="body" idx="2"/>
          </p:nvPr>
        </p:nvSpPr>
        <p:spPr>
          <a:xfrm>
            <a:off x="5102352" y="841248"/>
            <a:ext cx="3730752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˃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+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&gt;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+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−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07"/>
          <p:cNvSpPr txBox="1">
            <a:spLocks noGrp="1"/>
          </p:cNvSpPr>
          <p:nvPr>
            <p:ph type="title"/>
          </p:nvPr>
        </p:nvSpPr>
        <p:spPr>
          <a:xfrm>
            <a:off x="1219200" y="5257800"/>
            <a:ext cx="7239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Calibri" panose="020F0502020204030204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0" name="Google Shape;340;p107"/>
          <p:cNvSpPr txBox="1">
            <a:spLocks noGrp="1"/>
          </p:cNvSpPr>
          <p:nvPr>
            <p:ph type="body" idx="1"/>
          </p:nvPr>
        </p:nvSpPr>
        <p:spPr>
          <a:xfrm>
            <a:off x="1219200" y="841248"/>
            <a:ext cx="37338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/>
        </p:txBody>
      </p:sp>
      <p:sp>
        <p:nvSpPr>
          <p:cNvPr id="341" name="Google Shape;341;p107"/>
          <p:cNvSpPr txBox="1">
            <a:spLocks noGrp="1"/>
          </p:cNvSpPr>
          <p:nvPr>
            <p:ph type="body" idx="2"/>
          </p:nvPr>
        </p:nvSpPr>
        <p:spPr>
          <a:xfrm>
            <a:off x="5105400" y="841248"/>
            <a:ext cx="3735267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/>
        </p:txBody>
      </p:sp>
      <p:sp>
        <p:nvSpPr>
          <p:cNvPr id="342" name="Google Shape;342;p107"/>
          <p:cNvSpPr txBox="1">
            <a:spLocks noGrp="1"/>
          </p:cNvSpPr>
          <p:nvPr>
            <p:ph type="dt" idx="10"/>
          </p:nvPr>
        </p:nvSpPr>
        <p:spPr>
          <a:xfrm rot="-5400000">
            <a:off x="-1198682" y="4821116"/>
            <a:ext cx="262596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3" name="Google Shape;343;p107"/>
          <p:cNvSpPr txBox="1">
            <a:spLocks noGrp="1"/>
          </p:cNvSpPr>
          <p:nvPr>
            <p:ph type="ftr" idx="11"/>
          </p:nvPr>
        </p:nvSpPr>
        <p:spPr>
          <a:xfrm>
            <a:off x="1259680" y="6553200"/>
            <a:ext cx="716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4" name="Google Shape;344;p107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1pPr>
            <a:lvl2pPr marL="0" lvl="1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2pPr>
            <a:lvl3pPr marL="0" lvl="2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3pPr>
            <a:lvl4pPr marL="0" lvl="3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4pPr>
            <a:lvl5pPr marL="0" lvl="4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5pPr>
            <a:lvl6pPr marL="0" lvl="5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6pPr>
            <a:lvl7pPr marL="0" lvl="6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7pPr>
            <a:lvl8pPr marL="0" lvl="7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8pPr>
            <a:lvl9pPr marL="0" lvl="8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345" name="Google Shape;345;p107"/>
          <p:cNvSpPr txBox="1">
            <a:spLocks noGrp="1"/>
          </p:cNvSpPr>
          <p:nvPr>
            <p:ph type="body" idx="3"/>
          </p:nvPr>
        </p:nvSpPr>
        <p:spPr>
          <a:xfrm>
            <a:off x="1216152" y="1380744"/>
            <a:ext cx="3730752" cy="384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˃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+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&gt;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+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−"/>
              <a:defRPr/>
            </a:lvl9pPr>
          </a:lstStyle>
          <a:p/>
        </p:txBody>
      </p:sp>
      <p:sp>
        <p:nvSpPr>
          <p:cNvPr id="346" name="Google Shape;346;p107"/>
          <p:cNvSpPr txBox="1">
            <a:spLocks noGrp="1"/>
          </p:cNvSpPr>
          <p:nvPr>
            <p:ph type="body" idx="4"/>
          </p:nvPr>
        </p:nvSpPr>
        <p:spPr>
          <a:xfrm>
            <a:off x="5102352" y="1380743"/>
            <a:ext cx="3730752" cy="384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˃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+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&gt;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+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−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08"/>
          <p:cNvSpPr txBox="1">
            <a:spLocks noGrp="1"/>
          </p:cNvSpPr>
          <p:nvPr>
            <p:ph type="title"/>
          </p:nvPr>
        </p:nvSpPr>
        <p:spPr>
          <a:xfrm>
            <a:off x="1219200" y="5257800"/>
            <a:ext cx="7239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Calibri" panose="020F0502020204030204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9" name="Google Shape;349;p108"/>
          <p:cNvSpPr txBox="1">
            <a:spLocks noGrp="1"/>
          </p:cNvSpPr>
          <p:nvPr>
            <p:ph type="dt" idx="10"/>
          </p:nvPr>
        </p:nvSpPr>
        <p:spPr>
          <a:xfrm rot="-5400000">
            <a:off x="-1198682" y="4821116"/>
            <a:ext cx="262596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0" name="Google Shape;350;p108"/>
          <p:cNvSpPr txBox="1">
            <a:spLocks noGrp="1"/>
          </p:cNvSpPr>
          <p:nvPr>
            <p:ph type="ftr" idx="11"/>
          </p:nvPr>
        </p:nvSpPr>
        <p:spPr>
          <a:xfrm>
            <a:off x="1259680" y="6553200"/>
            <a:ext cx="716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1" name="Google Shape;351;p108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1pPr>
            <a:lvl2pPr marL="0" lvl="1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2pPr>
            <a:lvl3pPr marL="0" lvl="2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3pPr>
            <a:lvl4pPr marL="0" lvl="3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4pPr>
            <a:lvl5pPr marL="0" lvl="4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5pPr>
            <a:lvl6pPr marL="0" lvl="5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6pPr>
            <a:lvl7pPr marL="0" lvl="6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7pPr>
            <a:lvl8pPr marL="0" lvl="7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8pPr>
            <a:lvl9pPr marL="0" lvl="8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09"/>
          <p:cNvSpPr txBox="1">
            <a:spLocks noGrp="1"/>
          </p:cNvSpPr>
          <p:nvPr>
            <p:ph type="dt" idx="10"/>
          </p:nvPr>
        </p:nvSpPr>
        <p:spPr>
          <a:xfrm rot="-5400000">
            <a:off x="-1198682" y="4821116"/>
            <a:ext cx="262596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4" name="Google Shape;354;p109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1pPr>
            <a:lvl2pPr marL="0" lvl="1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2pPr>
            <a:lvl3pPr marL="0" lvl="2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3pPr>
            <a:lvl4pPr marL="0" lvl="3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4pPr>
            <a:lvl5pPr marL="0" lvl="4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5pPr>
            <a:lvl6pPr marL="0" lvl="5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6pPr>
            <a:lvl7pPr marL="0" lvl="6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7pPr>
            <a:lvl8pPr marL="0" lvl="7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8pPr>
            <a:lvl9pPr marL="0" lvl="8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355" name="Google Shape;355;p109"/>
          <p:cNvSpPr txBox="1">
            <a:spLocks noGrp="1"/>
          </p:cNvSpPr>
          <p:nvPr>
            <p:ph type="ftr" idx="11"/>
          </p:nvPr>
        </p:nvSpPr>
        <p:spPr>
          <a:xfrm>
            <a:off x="1259680" y="6553200"/>
            <a:ext cx="716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10"/>
          <p:cNvSpPr txBox="1">
            <a:spLocks noGrp="1"/>
          </p:cNvSpPr>
          <p:nvPr>
            <p:ph type="title"/>
          </p:nvPr>
        </p:nvSpPr>
        <p:spPr>
          <a:xfrm>
            <a:off x="5715000" y="395287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7605"/>
              </a:buClr>
              <a:buSzPts val="2000"/>
              <a:buFont typeface="Calibri" panose="020F0502020204030204"/>
              <a:buNone/>
              <a:defRPr sz="2000" b="1">
                <a:solidFill>
                  <a:srgbClr val="FF760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8" name="Google Shape;358;p110"/>
          <p:cNvSpPr txBox="1">
            <a:spLocks noGrp="1"/>
          </p:cNvSpPr>
          <p:nvPr>
            <p:ph type="body" idx="1"/>
          </p:nvPr>
        </p:nvSpPr>
        <p:spPr>
          <a:xfrm>
            <a:off x="5715000" y="1557337"/>
            <a:ext cx="3008313" cy="4386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rgbClr val="9FACBA"/>
              </a:buClr>
              <a:buSzPts val="1400"/>
              <a:buNone/>
              <a:defRPr sz="1400">
                <a:solidFill>
                  <a:srgbClr val="9FACBA"/>
                </a:solidFill>
              </a:defRPr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359" name="Google Shape;359;p110"/>
          <p:cNvSpPr txBox="1">
            <a:spLocks noGrp="1"/>
          </p:cNvSpPr>
          <p:nvPr>
            <p:ph type="body" idx="2"/>
          </p:nvPr>
        </p:nvSpPr>
        <p:spPr>
          <a:xfrm>
            <a:off x="914400" y="381000"/>
            <a:ext cx="4800600" cy="59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˃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+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&gt;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+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−"/>
              <a:defRPr/>
            </a:lvl9pPr>
          </a:lstStyle>
          <a:p/>
        </p:txBody>
      </p:sp>
      <p:sp>
        <p:nvSpPr>
          <p:cNvPr id="360" name="Google Shape;360;p110"/>
          <p:cNvSpPr txBox="1">
            <a:spLocks noGrp="1"/>
          </p:cNvSpPr>
          <p:nvPr>
            <p:ph type="dt" idx="10"/>
          </p:nvPr>
        </p:nvSpPr>
        <p:spPr>
          <a:xfrm rot="-5400000">
            <a:off x="-1198682" y="4821116"/>
            <a:ext cx="262596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1" name="Google Shape;361;p110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1pPr>
            <a:lvl2pPr marL="0" lvl="1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2pPr>
            <a:lvl3pPr marL="0" lvl="2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3pPr>
            <a:lvl4pPr marL="0" lvl="3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4pPr>
            <a:lvl5pPr marL="0" lvl="4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5pPr>
            <a:lvl6pPr marL="0" lvl="5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6pPr>
            <a:lvl7pPr marL="0" lvl="6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7pPr>
            <a:lvl8pPr marL="0" lvl="7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8pPr>
            <a:lvl9pPr marL="0" lvl="8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362" name="Google Shape;362;p110"/>
          <p:cNvSpPr txBox="1">
            <a:spLocks noGrp="1"/>
          </p:cNvSpPr>
          <p:nvPr>
            <p:ph type="ftr" idx="11"/>
          </p:nvPr>
        </p:nvSpPr>
        <p:spPr>
          <a:xfrm>
            <a:off x="1259680" y="6553200"/>
            <a:ext cx="716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11"/>
          <p:cNvSpPr txBox="1">
            <a:spLocks noGrp="1"/>
          </p:cNvSpPr>
          <p:nvPr>
            <p:ph type="title"/>
          </p:nvPr>
        </p:nvSpPr>
        <p:spPr>
          <a:xfrm>
            <a:off x="1219200" y="4624754"/>
            <a:ext cx="5486400" cy="4044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5" name="Google Shape;365;p111"/>
          <p:cNvSpPr>
            <a:spLocks noGrp="1"/>
          </p:cNvSpPr>
          <p:nvPr>
            <p:ph type="pic" idx="2"/>
          </p:nvPr>
        </p:nvSpPr>
        <p:spPr>
          <a:xfrm>
            <a:off x="1323975" y="381000"/>
            <a:ext cx="5867400" cy="4081462"/>
          </a:xfrm>
          <a:prstGeom prst="rect">
            <a:avLst/>
          </a:prstGeom>
          <a:noFill/>
          <a:ln>
            <a:noFill/>
          </a:ln>
        </p:spPr>
      </p:sp>
      <p:sp>
        <p:nvSpPr>
          <p:cNvPr id="366" name="Google Shape;366;p111"/>
          <p:cNvSpPr txBox="1">
            <a:spLocks noGrp="1"/>
          </p:cNvSpPr>
          <p:nvPr>
            <p:ph type="body" idx="1"/>
          </p:nvPr>
        </p:nvSpPr>
        <p:spPr>
          <a:xfrm>
            <a:off x="1219200" y="5029200"/>
            <a:ext cx="40386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367" name="Google Shape;367;p111"/>
          <p:cNvSpPr txBox="1">
            <a:spLocks noGrp="1"/>
          </p:cNvSpPr>
          <p:nvPr>
            <p:ph type="dt" idx="10"/>
          </p:nvPr>
        </p:nvSpPr>
        <p:spPr>
          <a:xfrm rot="-5400000">
            <a:off x="-1198682" y="4821116"/>
            <a:ext cx="262596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8" name="Google Shape;368;p111"/>
          <p:cNvSpPr txBox="1">
            <a:spLocks noGrp="1"/>
          </p:cNvSpPr>
          <p:nvPr>
            <p:ph type="ftr" idx="11"/>
          </p:nvPr>
        </p:nvSpPr>
        <p:spPr>
          <a:xfrm>
            <a:off x="1259680" y="6553200"/>
            <a:ext cx="716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9" name="Google Shape;369;p111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1pPr>
            <a:lvl2pPr marL="0" lvl="1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2pPr>
            <a:lvl3pPr marL="0" lvl="2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3pPr>
            <a:lvl4pPr marL="0" lvl="3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4pPr>
            <a:lvl5pPr marL="0" lvl="4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5pPr>
            <a:lvl6pPr marL="0" lvl="5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6pPr>
            <a:lvl7pPr marL="0" lvl="6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7pPr>
            <a:lvl8pPr marL="0" lvl="7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8pPr>
            <a:lvl9pPr marL="0" lvl="8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112"/>
          <p:cNvSpPr txBox="1">
            <a:spLocks noGrp="1"/>
          </p:cNvSpPr>
          <p:nvPr>
            <p:ph type="title"/>
          </p:nvPr>
        </p:nvSpPr>
        <p:spPr>
          <a:xfrm>
            <a:off x="1219200" y="5257800"/>
            <a:ext cx="7239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2" name="Google Shape;372;p112"/>
          <p:cNvSpPr txBox="1">
            <a:spLocks noGrp="1"/>
          </p:cNvSpPr>
          <p:nvPr>
            <p:ph type="body" idx="1"/>
          </p:nvPr>
        </p:nvSpPr>
        <p:spPr>
          <a:xfrm rot="5400000">
            <a:off x="2743200" y="-685800"/>
            <a:ext cx="4419600" cy="74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˃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+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&gt;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+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−"/>
              <a:defRPr/>
            </a:lvl9pPr>
          </a:lstStyle>
          <a:p/>
        </p:txBody>
      </p:sp>
      <p:sp>
        <p:nvSpPr>
          <p:cNvPr id="373" name="Google Shape;373;p112"/>
          <p:cNvSpPr txBox="1">
            <a:spLocks noGrp="1"/>
          </p:cNvSpPr>
          <p:nvPr>
            <p:ph type="dt" idx="10"/>
          </p:nvPr>
        </p:nvSpPr>
        <p:spPr>
          <a:xfrm rot="-5400000">
            <a:off x="-1198682" y="4821116"/>
            <a:ext cx="262596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4" name="Google Shape;374;p112"/>
          <p:cNvSpPr txBox="1">
            <a:spLocks noGrp="1"/>
          </p:cNvSpPr>
          <p:nvPr>
            <p:ph type="ftr" idx="11"/>
          </p:nvPr>
        </p:nvSpPr>
        <p:spPr>
          <a:xfrm>
            <a:off x="1259680" y="6553200"/>
            <a:ext cx="716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5" name="Google Shape;375;p112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1pPr>
            <a:lvl2pPr marL="0" lvl="1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2pPr>
            <a:lvl3pPr marL="0" lvl="2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3pPr>
            <a:lvl4pPr marL="0" lvl="3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4pPr>
            <a:lvl5pPr marL="0" lvl="4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5pPr>
            <a:lvl6pPr marL="0" lvl="5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6pPr>
            <a:lvl7pPr marL="0" lvl="6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7pPr>
            <a:lvl8pPr marL="0" lvl="7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8pPr>
            <a:lvl9pPr marL="0" lvl="8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113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8" name="Google Shape;378;p113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˃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+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&gt;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+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−"/>
              <a:defRPr/>
            </a:lvl9pPr>
          </a:lstStyle>
          <a:p/>
        </p:txBody>
      </p:sp>
      <p:sp>
        <p:nvSpPr>
          <p:cNvPr id="379" name="Google Shape;379;p113"/>
          <p:cNvSpPr txBox="1">
            <a:spLocks noGrp="1"/>
          </p:cNvSpPr>
          <p:nvPr>
            <p:ph type="dt" idx="10"/>
          </p:nvPr>
        </p:nvSpPr>
        <p:spPr>
          <a:xfrm rot="-5400000">
            <a:off x="-1198682" y="4821116"/>
            <a:ext cx="262596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0" name="Google Shape;380;p113"/>
          <p:cNvSpPr txBox="1">
            <a:spLocks noGrp="1"/>
          </p:cNvSpPr>
          <p:nvPr>
            <p:ph type="ftr" idx="11"/>
          </p:nvPr>
        </p:nvSpPr>
        <p:spPr>
          <a:xfrm>
            <a:off x="1259680" y="6553200"/>
            <a:ext cx="716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1" name="Google Shape;381;p113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1pPr>
            <a:lvl2pPr marL="0" lvl="1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2pPr>
            <a:lvl3pPr marL="0" lvl="2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3pPr>
            <a:lvl4pPr marL="0" lvl="3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4pPr>
            <a:lvl5pPr marL="0" lvl="4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5pPr>
            <a:lvl6pPr marL="0" lvl="5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6pPr>
            <a:lvl7pPr marL="0" lvl="6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7pPr>
            <a:lvl8pPr marL="0" lvl="7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8pPr>
            <a:lvl9pPr marL="0" lvl="8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14"/>
          <p:cNvSpPr txBox="1">
            <a:spLocks noGrp="1"/>
          </p:cNvSpPr>
          <p:nvPr>
            <p:ph type="ctrTitle"/>
          </p:nvPr>
        </p:nvSpPr>
        <p:spPr>
          <a:xfrm>
            <a:off x="685800" y="609601"/>
            <a:ext cx="7772400" cy="1981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Calibri" panose="020F0502020204030204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4" name="Google Shape;384;p114"/>
          <p:cNvSpPr txBox="1">
            <a:spLocks noGrp="1"/>
          </p:cNvSpPr>
          <p:nvPr>
            <p:ph type="dt" idx="10"/>
          </p:nvPr>
        </p:nvSpPr>
        <p:spPr>
          <a:xfrm rot="-5400000">
            <a:off x="-1198682" y="4821116"/>
            <a:ext cx="262596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5" name="Google Shape;385;p114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1pPr>
            <a:lvl2pPr marL="0" lvl="1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2pPr>
            <a:lvl3pPr marL="0" lvl="2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3pPr>
            <a:lvl4pPr marL="0" lvl="3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4pPr>
            <a:lvl5pPr marL="0" lvl="4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5pPr>
            <a:lvl6pPr marL="0" lvl="5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6pPr>
            <a:lvl7pPr marL="0" lvl="6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7pPr>
            <a:lvl8pPr marL="0" lvl="7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8pPr>
            <a:lvl9pPr marL="0" lvl="8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386" name="Google Shape;386;p114"/>
          <p:cNvSpPr txBox="1">
            <a:spLocks noGrp="1"/>
          </p:cNvSpPr>
          <p:nvPr>
            <p:ph type="ftr" idx="11"/>
          </p:nvPr>
        </p:nvSpPr>
        <p:spPr>
          <a:xfrm>
            <a:off x="1259680" y="6553200"/>
            <a:ext cx="716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7" name="Google Shape;387;p114"/>
          <p:cNvSpPr txBox="1"/>
          <p:nvPr/>
        </p:nvSpPr>
        <p:spPr>
          <a:xfrm>
            <a:off x="609600" y="4953000"/>
            <a:ext cx="71628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7605"/>
              </a:buClr>
              <a:buSzPts val="1520"/>
              <a:buFont typeface="Noto Sans Symbols"/>
              <a:buNone/>
            </a:pPr>
            <a:r>
              <a:rPr lang="en-US" sz="2000" b="1">
                <a:solidFill>
                  <a:srgbClr val="675D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Dr. Mian M. Hamayun</a:t>
            </a:r>
            <a:endParaRPr lang="en-US" sz="2000" b="1">
              <a:solidFill>
                <a:srgbClr val="675D5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Clr>
                <a:srgbClr val="FF7605"/>
              </a:buClr>
              <a:buSzPts val="1520"/>
              <a:buFont typeface="Noto Sans Symbols"/>
              <a:buNone/>
            </a:pPr>
            <a:r>
              <a:rPr lang="en-US" sz="2000" i="1">
                <a:solidFill>
                  <a:srgbClr val="675D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mian.hamayun@seecs.edu.pk</a:t>
            </a:r>
            <a:endParaRPr lang="en-US" sz="2000" i="1">
              <a:solidFill>
                <a:srgbClr val="675D5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Clr>
                <a:srgbClr val="FF7605"/>
              </a:buClr>
              <a:buSzPts val="1520"/>
              <a:buFont typeface="Noto Sans Symbols"/>
              <a:buNone/>
            </a:pPr>
            <a:r>
              <a:rPr lang="en-US" sz="2000">
                <a:solidFill>
                  <a:srgbClr val="675D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http://seecs.nust.edu.pk/faculty/mianhamayun.html</a:t>
            </a:r>
            <a:endParaRPr sz="2000">
              <a:solidFill>
                <a:srgbClr val="675D5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57"/>
          <p:cNvSpPr txBox="1">
            <a:spLocks noGrp="1"/>
          </p:cNvSpPr>
          <p:nvPr>
            <p:ph type="title"/>
          </p:nvPr>
        </p:nvSpPr>
        <p:spPr>
          <a:xfrm>
            <a:off x="1219200" y="5257800"/>
            <a:ext cx="7239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Calibri" panose="020F0502020204030204"/>
              <a:buNone/>
              <a:defRPr sz="7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9" name="Google Shape;399;p57"/>
          <p:cNvSpPr txBox="1">
            <a:spLocks noGrp="1"/>
          </p:cNvSpPr>
          <p:nvPr>
            <p:ph type="body" idx="1"/>
          </p:nvPr>
        </p:nvSpPr>
        <p:spPr>
          <a:xfrm>
            <a:off x="1219200" y="838200"/>
            <a:ext cx="74676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Char char="»"/>
              <a:defRPr sz="2800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˃"/>
              <a:defRPr sz="1800">
                <a:solidFill>
                  <a:schemeClr val="dk1"/>
                </a:solidFill>
              </a:defRPr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+"/>
              <a:defRPr sz="1800">
                <a:solidFill>
                  <a:schemeClr val="dk1"/>
                </a:solidFill>
              </a:defRPr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>
                <a:solidFill>
                  <a:schemeClr val="dk1"/>
                </a:solidFill>
              </a:defRPr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>
                <a:solidFill>
                  <a:schemeClr val="dk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&gt;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+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−"/>
              <a:defRPr/>
            </a:lvl9pPr>
          </a:lstStyle>
          <a:p/>
        </p:txBody>
      </p:sp>
      <p:sp>
        <p:nvSpPr>
          <p:cNvPr id="400" name="Google Shape;400;p57"/>
          <p:cNvSpPr txBox="1">
            <a:spLocks noGrp="1"/>
          </p:cNvSpPr>
          <p:nvPr>
            <p:ph type="dt" idx="10"/>
          </p:nvPr>
        </p:nvSpPr>
        <p:spPr>
          <a:xfrm rot="-5400000">
            <a:off x="-1198682" y="4821116"/>
            <a:ext cx="262596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1" name="Google Shape;401;p57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1pPr>
            <a:lvl2pPr marL="0" lvl="1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2pPr>
            <a:lvl3pPr marL="0" lvl="2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3pPr>
            <a:lvl4pPr marL="0" lvl="3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4pPr>
            <a:lvl5pPr marL="0" lvl="4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5pPr>
            <a:lvl6pPr marL="0" lvl="5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6pPr>
            <a:lvl7pPr marL="0" lvl="6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7pPr>
            <a:lvl8pPr marL="0" lvl="7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8pPr>
            <a:lvl9pPr marL="0" lvl="8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402" name="Google Shape;402;p57"/>
          <p:cNvSpPr txBox="1">
            <a:spLocks noGrp="1"/>
          </p:cNvSpPr>
          <p:nvPr>
            <p:ph type="ftr" idx="11"/>
          </p:nvPr>
        </p:nvSpPr>
        <p:spPr>
          <a:xfrm>
            <a:off x="1259680" y="6553200"/>
            <a:ext cx="716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0" matchingName="Title Slide">
  <p:cSld name="TITLE"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115"/>
          <p:cNvSpPr/>
          <p:nvPr/>
        </p:nvSpPr>
        <p:spPr>
          <a:xfrm>
            <a:off x="0" y="0"/>
            <a:ext cx="752475" cy="6858000"/>
          </a:xfrm>
          <a:prstGeom prst="rect">
            <a:avLst/>
          </a:prstGeom>
          <a:gradFill>
            <a:gsLst>
              <a:gs pos="0">
                <a:srgbClr val="FEAC69"/>
              </a:gs>
              <a:gs pos="50000">
                <a:schemeClr val="accent1"/>
              </a:gs>
              <a:gs pos="100000">
                <a:srgbClr val="992E2C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05" name="Google Shape;405;p115"/>
          <p:cNvSpPr txBox="1">
            <a:spLocks noGrp="1"/>
          </p:cNvSpPr>
          <p:nvPr>
            <p:ph type="ctrTitle"/>
          </p:nvPr>
        </p:nvSpPr>
        <p:spPr>
          <a:xfrm>
            <a:off x="1216152" y="1267485"/>
            <a:ext cx="7235981" cy="51333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500"/>
              <a:buFont typeface="Calibri" panose="020F0502020204030204"/>
              <a:buNone/>
              <a:defRPr sz="11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6" name="Google Shape;406;p115"/>
          <p:cNvSpPr txBox="1">
            <a:spLocks noGrp="1"/>
          </p:cNvSpPr>
          <p:nvPr>
            <p:ph type="subTitle" idx="1"/>
          </p:nvPr>
        </p:nvSpPr>
        <p:spPr>
          <a:xfrm>
            <a:off x="1216151" y="201702"/>
            <a:ext cx="6189583" cy="9495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r">
              <a:spcBef>
                <a:spcPts val="480"/>
              </a:spcBef>
              <a:spcAft>
                <a:spcPts val="0"/>
              </a:spcAft>
              <a:buClr>
                <a:srgbClr val="A59B98"/>
              </a:buClr>
              <a:buSzPts val="2400"/>
              <a:buNone/>
              <a:defRPr sz="2400">
                <a:solidFill>
                  <a:srgbClr val="A59B98"/>
                </a:solidFill>
              </a:defRPr>
            </a:lvl1pPr>
            <a:lvl2pPr lvl="1" algn="ctr">
              <a:spcBef>
                <a:spcPts val="360"/>
              </a:spcBef>
              <a:spcAft>
                <a:spcPts val="0"/>
              </a:spcAft>
              <a:buClr>
                <a:srgbClr val="949AA0"/>
              </a:buClr>
              <a:buSzPts val="1800"/>
              <a:buNone/>
              <a:defRPr>
                <a:solidFill>
                  <a:srgbClr val="949AA0"/>
                </a:solidFill>
              </a:defRPr>
            </a:lvl2pPr>
            <a:lvl3pPr lvl="2" algn="ctr">
              <a:spcBef>
                <a:spcPts val="360"/>
              </a:spcBef>
              <a:spcAft>
                <a:spcPts val="0"/>
              </a:spcAft>
              <a:buClr>
                <a:srgbClr val="949AA0"/>
              </a:buClr>
              <a:buSzPts val="1800"/>
              <a:buNone/>
              <a:defRPr>
                <a:solidFill>
                  <a:srgbClr val="949AA0"/>
                </a:solidFill>
              </a:defRPr>
            </a:lvl3pPr>
            <a:lvl4pPr lvl="3" algn="ctr">
              <a:spcBef>
                <a:spcPts val="360"/>
              </a:spcBef>
              <a:spcAft>
                <a:spcPts val="0"/>
              </a:spcAft>
              <a:buClr>
                <a:srgbClr val="949AA0"/>
              </a:buClr>
              <a:buSzPts val="1800"/>
              <a:buNone/>
              <a:defRPr>
                <a:solidFill>
                  <a:srgbClr val="949AA0"/>
                </a:solidFill>
              </a:defRPr>
            </a:lvl4pPr>
            <a:lvl5pPr lvl="4" algn="ctr">
              <a:spcBef>
                <a:spcPts val="360"/>
              </a:spcBef>
              <a:spcAft>
                <a:spcPts val="0"/>
              </a:spcAft>
              <a:buClr>
                <a:srgbClr val="949AA0"/>
              </a:buClr>
              <a:buSzPts val="1800"/>
              <a:buNone/>
              <a:defRPr>
                <a:solidFill>
                  <a:srgbClr val="949AA0"/>
                </a:solidFill>
              </a:defRPr>
            </a:lvl5pPr>
            <a:lvl6pPr lvl="5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949AA0"/>
                </a:solidFill>
              </a:defRPr>
            </a:lvl6pPr>
            <a:lvl7pPr lvl="6" algn="ctr">
              <a:spcBef>
                <a:spcPts val="360"/>
              </a:spcBef>
              <a:spcAft>
                <a:spcPts val="0"/>
              </a:spcAft>
              <a:buClr>
                <a:srgbClr val="949AA0"/>
              </a:buClr>
              <a:buSzPts val="1800"/>
              <a:buNone/>
              <a:defRPr>
                <a:solidFill>
                  <a:srgbClr val="949AA0"/>
                </a:solidFill>
              </a:defRPr>
            </a:lvl7pPr>
            <a:lvl8pPr lvl="7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949AA0"/>
                </a:solidFill>
              </a:defRPr>
            </a:lvl8pPr>
            <a:lvl9pPr lvl="8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949AA0"/>
                </a:solidFill>
              </a:defRPr>
            </a:lvl9pPr>
          </a:lstStyle>
          <a:p/>
        </p:txBody>
      </p:sp>
      <p:sp>
        <p:nvSpPr>
          <p:cNvPr id="407" name="Google Shape;407;p115"/>
          <p:cNvSpPr txBox="1">
            <a:spLocks noGrp="1"/>
          </p:cNvSpPr>
          <p:nvPr>
            <p:ph type="dt" idx="10"/>
          </p:nvPr>
        </p:nvSpPr>
        <p:spPr>
          <a:xfrm rot="-5400000">
            <a:off x="-1198682" y="4821116"/>
            <a:ext cx="262596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8" name="Google Shape;408;p115"/>
          <p:cNvSpPr txBox="1">
            <a:spLocks noGrp="1"/>
          </p:cNvSpPr>
          <p:nvPr>
            <p:ph type="ftr" idx="11"/>
          </p:nvPr>
        </p:nvSpPr>
        <p:spPr>
          <a:xfrm>
            <a:off x="1259680" y="6553200"/>
            <a:ext cx="716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9" name="Google Shape;409;p115"/>
          <p:cNvSpPr txBox="1">
            <a:spLocks noGrp="1"/>
          </p:cNvSpPr>
          <p:nvPr>
            <p:ph type="sldNum" idx="12"/>
          </p:nvPr>
        </p:nvSpPr>
        <p:spPr>
          <a:xfrm>
            <a:off x="8150469" y="236415"/>
            <a:ext cx="78530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1400" b="0">
                <a:solidFill>
                  <a:srgbClr val="A59B9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lvl="1" indent="0" algn="l">
              <a:spcBef>
                <a:spcPts val="0"/>
              </a:spcBef>
              <a:buNone/>
              <a:defRPr sz="1400" b="0">
                <a:solidFill>
                  <a:srgbClr val="A59B9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lvl="2" indent="0" algn="l">
              <a:spcBef>
                <a:spcPts val="0"/>
              </a:spcBef>
              <a:buNone/>
              <a:defRPr sz="1400" b="0">
                <a:solidFill>
                  <a:srgbClr val="A59B9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lvl="3" indent="0" algn="l">
              <a:spcBef>
                <a:spcPts val="0"/>
              </a:spcBef>
              <a:buNone/>
              <a:defRPr sz="1400" b="0">
                <a:solidFill>
                  <a:srgbClr val="A59B9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lvl="4" indent="0" algn="l">
              <a:spcBef>
                <a:spcPts val="0"/>
              </a:spcBef>
              <a:buNone/>
              <a:defRPr sz="1400" b="0">
                <a:solidFill>
                  <a:srgbClr val="A59B9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lvl="5" indent="0" algn="l">
              <a:spcBef>
                <a:spcPts val="0"/>
              </a:spcBef>
              <a:buNone/>
              <a:defRPr sz="1400" b="0">
                <a:solidFill>
                  <a:srgbClr val="A59B9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lvl="6" indent="0" algn="l">
              <a:spcBef>
                <a:spcPts val="0"/>
              </a:spcBef>
              <a:buNone/>
              <a:defRPr sz="1400" b="0">
                <a:solidFill>
                  <a:srgbClr val="A59B9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lvl="7" indent="0" algn="l">
              <a:spcBef>
                <a:spcPts val="0"/>
              </a:spcBef>
              <a:buNone/>
              <a:defRPr sz="1400" b="0">
                <a:solidFill>
                  <a:srgbClr val="A59B9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lvl="8" indent="0" algn="l">
              <a:spcBef>
                <a:spcPts val="0"/>
              </a:spcBef>
              <a:buNone/>
              <a:defRPr sz="1400" b="0">
                <a:solidFill>
                  <a:srgbClr val="A59B9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grpSp>
        <p:nvGrpSpPr>
          <p:cNvPr id="410" name="Google Shape;410;p115"/>
          <p:cNvGrpSpPr/>
          <p:nvPr/>
        </p:nvGrpSpPr>
        <p:grpSpPr>
          <a:xfrm>
            <a:off x="7467600" y="209550"/>
            <a:ext cx="657226" cy="431800"/>
            <a:chOff x="7467600" y="209550"/>
            <a:chExt cx="657226" cy="431800"/>
          </a:xfrm>
        </p:grpSpPr>
        <p:sp>
          <p:nvSpPr>
            <p:cNvPr id="411" name="Google Shape;411;p115"/>
            <p:cNvSpPr/>
            <p:nvPr/>
          </p:nvSpPr>
          <p:spPr>
            <a:xfrm>
              <a:off x="7467600" y="209550"/>
              <a:ext cx="242887" cy="431800"/>
            </a:xfrm>
            <a:custGeom>
              <a:avLst/>
              <a:gdLst/>
              <a:ahLst/>
              <a:cxnLst/>
              <a:rect l="l" t="t" r="r" b="b"/>
              <a:pathLst>
                <a:path w="153" h="272" extrusionOk="0">
                  <a:moveTo>
                    <a:pt x="62" y="0"/>
                  </a:moveTo>
                  <a:lnTo>
                    <a:pt x="0" y="0"/>
                  </a:lnTo>
                  <a:lnTo>
                    <a:pt x="89" y="136"/>
                  </a:lnTo>
                  <a:lnTo>
                    <a:pt x="89" y="136"/>
                  </a:lnTo>
                  <a:lnTo>
                    <a:pt x="0" y="272"/>
                  </a:lnTo>
                  <a:lnTo>
                    <a:pt x="62" y="272"/>
                  </a:lnTo>
                  <a:lnTo>
                    <a:pt x="153" y="136"/>
                  </a:lnTo>
                  <a:lnTo>
                    <a:pt x="62" y="0"/>
                  </a:lnTo>
                  <a:close/>
                </a:path>
              </a:pathLst>
            </a:custGeom>
            <a:solidFill>
              <a:srgbClr val="A59B9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4D5B6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412" name="Google Shape;412;p115"/>
            <p:cNvSpPr/>
            <p:nvPr/>
          </p:nvSpPr>
          <p:spPr>
            <a:xfrm>
              <a:off x="7677151" y="209550"/>
              <a:ext cx="242887" cy="431800"/>
            </a:xfrm>
            <a:custGeom>
              <a:avLst/>
              <a:gdLst/>
              <a:ahLst/>
              <a:cxnLst/>
              <a:rect l="l" t="t" r="r" b="b"/>
              <a:pathLst>
                <a:path w="153" h="272" extrusionOk="0">
                  <a:moveTo>
                    <a:pt x="62" y="0"/>
                  </a:moveTo>
                  <a:lnTo>
                    <a:pt x="0" y="0"/>
                  </a:lnTo>
                  <a:lnTo>
                    <a:pt x="89" y="136"/>
                  </a:lnTo>
                  <a:lnTo>
                    <a:pt x="89" y="136"/>
                  </a:lnTo>
                  <a:lnTo>
                    <a:pt x="0" y="272"/>
                  </a:lnTo>
                  <a:lnTo>
                    <a:pt x="62" y="272"/>
                  </a:lnTo>
                  <a:lnTo>
                    <a:pt x="153" y="136"/>
                  </a:lnTo>
                  <a:lnTo>
                    <a:pt x="62" y="0"/>
                  </a:lnTo>
                  <a:close/>
                </a:path>
              </a:pathLst>
            </a:custGeom>
            <a:solidFill>
              <a:srgbClr val="A59B9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4D5B6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413" name="Google Shape;413;p115"/>
            <p:cNvSpPr/>
            <p:nvPr/>
          </p:nvSpPr>
          <p:spPr>
            <a:xfrm>
              <a:off x="7881939" y="209550"/>
              <a:ext cx="242887" cy="431800"/>
            </a:xfrm>
            <a:custGeom>
              <a:avLst/>
              <a:gdLst/>
              <a:ahLst/>
              <a:cxnLst/>
              <a:rect l="l" t="t" r="r" b="b"/>
              <a:pathLst>
                <a:path w="153" h="272" extrusionOk="0">
                  <a:moveTo>
                    <a:pt x="62" y="0"/>
                  </a:moveTo>
                  <a:lnTo>
                    <a:pt x="0" y="0"/>
                  </a:lnTo>
                  <a:lnTo>
                    <a:pt x="89" y="136"/>
                  </a:lnTo>
                  <a:lnTo>
                    <a:pt x="89" y="136"/>
                  </a:lnTo>
                  <a:lnTo>
                    <a:pt x="0" y="272"/>
                  </a:lnTo>
                  <a:lnTo>
                    <a:pt x="62" y="272"/>
                  </a:lnTo>
                  <a:lnTo>
                    <a:pt x="153" y="136"/>
                  </a:lnTo>
                  <a:lnTo>
                    <a:pt x="62" y="0"/>
                  </a:lnTo>
                  <a:close/>
                </a:path>
              </a:pathLst>
            </a:custGeom>
            <a:solidFill>
              <a:srgbClr val="A59B9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4D5B6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000"/>
                                        <p:tgtEl>
                                          <p:spTgt spid="4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00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116"/>
          <p:cNvSpPr txBox="1">
            <a:spLocks noGrp="1"/>
          </p:cNvSpPr>
          <p:nvPr>
            <p:ph type="body" idx="1"/>
          </p:nvPr>
        </p:nvSpPr>
        <p:spPr>
          <a:xfrm>
            <a:off x="1219199" y="4484080"/>
            <a:ext cx="7239001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949AA0"/>
              </a:buClr>
              <a:buSzPts val="1800"/>
              <a:buNone/>
              <a:defRPr sz="1800">
                <a:solidFill>
                  <a:srgbClr val="949AA0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949AA0"/>
              </a:buClr>
              <a:buSzPts val="1600"/>
              <a:buNone/>
              <a:defRPr sz="1600">
                <a:solidFill>
                  <a:srgbClr val="949AA0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949AA0"/>
              </a:buClr>
              <a:buSzPts val="1400"/>
              <a:buNone/>
              <a:defRPr sz="1400">
                <a:solidFill>
                  <a:srgbClr val="949AA0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949AA0"/>
              </a:buClr>
              <a:buSzPts val="1400"/>
              <a:buNone/>
              <a:defRPr sz="1400">
                <a:solidFill>
                  <a:srgbClr val="949AA0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949AA0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949AA0"/>
              </a:buClr>
              <a:buSzPts val="1400"/>
              <a:buNone/>
              <a:defRPr sz="1400">
                <a:solidFill>
                  <a:srgbClr val="949AA0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949AA0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949AA0"/>
                </a:solidFill>
              </a:defRPr>
            </a:lvl9pPr>
          </a:lstStyle>
          <a:p/>
        </p:txBody>
      </p:sp>
      <p:sp>
        <p:nvSpPr>
          <p:cNvPr id="416" name="Google Shape;416;p116"/>
          <p:cNvSpPr txBox="1">
            <a:spLocks noGrp="1"/>
          </p:cNvSpPr>
          <p:nvPr>
            <p:ph type="title"/>
          </p:nvPr>
        </p:nvSpPr>
        <p:spPr>
          <a:xfrm>
            <a:off x="1219200" y="5257800"/>
            <a:ext cx="7239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Calibri" panose="020F0502020204030204"/>
              <a:buNone/>
              <a:defRPr sz="7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7" name="Google Shape;417;p116"/>
          <p:cNvSpPr txBox="1">
            <a:spLocks noGrp="1"/>
          </p:cNvSpPr>
          <p:nvPr>
            <p:ph type="dt" idx="10"/>
          </p:nvPr>
        </p:nvSpPr>
        <p:spPr>
          <a:xfrm rot="-5400000">
            <a:off x="-1198682" y="4821116"/>
            <a:ext cx="262596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8" name="Google Shape;418;p116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1pPr>
            <a:lvl2pPr marL="0" lvl="1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2pPr>
            <a:lvl3pPr marL="0" lvl="2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3pPr>
            <a:lvl4pPr marL="0" lvl="3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4pPr>
            <a:lvl5pPr marL="0" lvl="4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5pPr>
            <a:lvl6pPr marL="0" lvl="5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6pPr>
            <a:lvl7pPr marL="0" lvl="6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7pPr>
            <a:lvl8pPr marL="0" lvl="7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8pPr>
            <a:lvl9pPr marL="0" lvl="8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419" name="Google Shape;419;p116"/>
          <p:cNvSpPr txBox="1">
            <a:spLocks noGrp="1"/>
          </p:cNvSpPr>
          <p:nvPr>
            <p:ph type="ftr" idx="11"/>
          </p:nvPr>
        </p:nvSpPr>
        <p:spPr>
          <a:xfrm>
            <a:off x="1259680" y="6553200"/>
            <a:ext cx="716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117"/>
          <p:cNvSpPr txBox="1">
            <a:spLocks noGrp="1"/>
          </p:cNvSpPr>
          <p:nvPr>
            <p:ph type="title"/>
          </p:nvPr>
        </p:nvSpPr>
        <p:spPr>
          <a:xfrm>
            <a:off x="1219200" y="5257800"/>
            <a:ext cx="7239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Calibri" panose="020F0502020204030204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2" name="Google Shape;422;p117"/>
          <p:cNvSpPr txBox="1">
            <a:spLocks noGrp="1"/>
          </p:cNvSpPr>
          <p:nvPr>
            <p:ph type="dt" idx="10"/>
          </p:nvPr>
        </p:nvSpPr>
        <p:spPr>
          <a:xfrm rot="-5400000">
            <a:off x="-1198682" y="4821116"/>
            <a:ext cx="262596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3" name="Google Shape;423;p117"/>
          <p:cNvSpPr txBox="1">
            <a:spLocks noGrp="1"/>
          </p:cNvSpPr>
          <p:nvPr>
            <p:ph type="ftr" idx="11"/>
          </p:nvPr>
        </p:nvSpPr>
        <p:spPr>
          <a:xfrm>
            <a:off x="1259680" y="6553200"/>
            <a:ext cx="716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4" name="Google Shape;424;p117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1pPr>
            <a:lvl2pPr marL="0" lvl="1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2pPr>
            <a:lvl3pPr marL="0" lvl="2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3pPr>
            <a:lvl4pPr marL="0" lvl="3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4pPr>
            <a:lvl5pPr marL="0" lvl="4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5pPr>
            <a:lvl6pPr marL="0" lvl="5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6pPr>
            <a:lvl7pPr marL="0" lvl="6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7pPr>
            <a:lvl8pPr marL="0" lvl="7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8pPr>
            <a:lvl9pPr marL="0" lvl="8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425" name="Google Shape;425;p117"/>
          <p:cNvSpPr txBox="1">
            <a:spLocks noGrp="1"/>
          </p:cNvSpPr>
          <p:nvPr>
            <p:ph type="body" idx="1"/>
          </p:nvPr>
        </p:nvSpPr>
        <p:spPr>
          <a:xfrm>
            <a:off x="1216152" y="841248"/>
            <a:ext cx="3730752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˃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+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&gt;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+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−"/>
              <a:defRPr/>
            </a:lvl9pPr>
          </a:lstStyle>
          <a:p/>
        </p:txBody>
      </p:sp>
      <p:sp>
        <p:nvSpPr>
          <p:cNvPr id="426" name="Google Shape;426;p117"/>
          <p:cNvSpPr txBox="1">
            <a:spLocks noGrp="1"/>
          </p:cNvSpPr>
          <p:nvPr>
            <p:ph type="body" idx="2"/>
          </p:nvPr>
        </p:nvSpPr>
        <p:spPr>
          <a:xfrm>
            <a:off x="5102352" y="841248"/>
            <a:ext cx="3730752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˃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+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&gt;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+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−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118"/>
          <p:cNvSpPr txBox="1">
            <a:spLocks noGrp="1"/>
          </p:cNvSpPr>
          <p:nvPr>
            <p:ph type="title"/>
          </p:nvPr>
        </p:nvSpPr>
        <p:spPr>
          <a:xfrm>
            <a:off x="1219200" y="5257800"/>
            <a:ext cx="7239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Calibri" panose="020F0502020204030204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9" name="Google Shape;429;p118"/>
          <p:cNvSpPr txBox="1">
            <a:spLocks noGrp="1"/>
          </p:cNvSpPr>
          <p:nvPr>
            <p:ph type="body" idx="1"/>
          </p:nvPr>
        </p:nvSpPr>
        <p:spPr>
          <a:xfrm>
            <a:off x="1219200" y="841248"/>
            <a:ext cx="37338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/>
        </p:txBody>
      </p:sp>
      <p:sp>
        <p:nvSpPr>
          <p:cNvPr id="430" name="Google Shape;430;p118"/>
          <p:cNvSpPr txBox="1">
            <a:spLocks noGrp="1"/>
          </p:cNvSpPr>
          <p:nvPr>
            <p:ph type="body" idx="2"/>
          </p:nvPr>
        </p:nvSpPr>
        <p:spPr>
          <a:xfrm>
            <a:off x="5105400" y="841248"/>
            <a:ext cx="3735267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/>
        </p:txBody>
      </p:sp>
      <p:sp>
        <p:nvSpPr>
          <p:cNvPr id="431" name="Google Shape;431;p118"/>
          <p:cNvSpPr txBox="1">
            <a:spLocks noGrp="1"/>
          </p:cNvSpPr>
          <p:nvPr>
            <p:ph type="dt" idx="10"/>
          </p:nvPr>
        </p:nvSpPr>
        <p:spPr>
          <a:xfrm rot="-5400000">
            <a:off x="-1198682" y="4821116"/>
            <a:ext cx="262596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2" name="Google Shape;432;p118"/>
          <p:cNvSpPr txBox="1">
            <a:spLocks noGrp="1"/>
          </p:cNvSpPr>
          <p:nvPr>
            <p:ph type="ftr" idx="11"/>
          </p:nvPr>
        </p:nvSpPr>
        <p:spPr>
          <a:xfrm>
            <a:off x="1259680" y="6553200"/>
            <a:ext cx="716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3" name="Google Shape;433;p118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1pPr>
            <a:lvl2pPr marL="0" lvl="1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2pPr>
            <a:lvl3pPr marL="0" lvl="2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3pPr>
            <a:lvl4pPr marL="0" lvl="3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4pPr>
            <a:lvl5pPr marL="0" lvl="4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5pPr>
            <a:lvl6pPr marL="0" lvl="5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6pPr>
            <a:lvl7pPr marL="0" lvl="6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7pPr>
            <a:lvl8pPr marL="0" lvl="7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8pPr>
            <a:lvl9pPr marL="0" lvl="8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434" name="Google Shape;434;p118"/>
          <p:cNvSpPr txBox="1">
            <a:spLocks noGrp="1"/>
          </p:cNvSpPr>
          <p:nvPr>
            <p:ph type="body" idx="3"/>
          </p:nvPr>
        </p:nvSpPr>
        <p:spPr>
          <a:xfrm>
            <a:off x="1216152" y="1380744"/>
            <a:ext cx="3730752" cy="384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˃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+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&gt;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+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−"/>
              <a:defRPr/>
            </a:lvl9pPr>
          </a:lstStyle>
          <a:p/>
        </p:txBody>
      </p:sp>
      <p:sp>
        <p:nvSpPr>
          <p:cNvPr id="435" name="Google Shape;435;p118"/>
          <p:cNvSpPr txBox="1">
            <a:spLocks noGrp="1"/>
          </p:cNvSpPr>
          <p:nvPr>
            <p:ph type="body" idx="4"/>
          </p:nvPr>
        </p:nvSpPr>
        <p:spPr>
          <a:xfrm>
            <a:off x="5102352" y="1380743"/>
            <a:ext cx="3730752" cy="384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˃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+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&gt;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+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−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119"/>
          <p:cNvSpPr txBox="1">
            <a:spLocks noGrp="1"/>
          </p:cNvSpPr>
          <p:nvPr>
            <p:ph type="title"/>
          </p:nvPr>
        </p:nvSpPr>
        <p:spPr>
          <a:xfrm>
            <a:off x="1219200" y="5257800"/>
            <a:ext cx="7239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Calibri" panose="020F0502020204030204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8" name="Google Shape;438;p119"/>
          <p:cNvSpPr txBox="1">
            <a:spLocks noGrp="1"/>
          </p:cNvSpPr>
          <p:nvPr>
            <p:ph type="dt" idx="10"/>
          </p:nvPr>
        </p:nvSpPr>
        <p:spPr>
          <a:xfrm rot="-5400000">
            <a:off x="-1198682" y="4821116"/>
            <a:ext cx="262596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9" name="Google Shape;439;p119"/>
          <p:cNvSpPr txBox="1">
            <a:spLocks noGrp="1"/>
          </p:cNvSpPr>
          <p:nvPr>
            <p:ph type="ftr" idx="11"/>
          </p:nvPr>
        </p:nvSpPr>
        <p:spPr>
          <a:xfrm>
            <a:off x="1259680" y="6553200"/>
            <a:ext cx="716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0" name="Google Shape;440;p119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1pPr>
            <a:lvl2pPr marL="0" lvl="1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2pPr>
            <a:lvl3pPr marL="0" lvl="2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3pPr>
            <a:lvl4pPr marL="0" lvl="3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4pPr>
            <a:lvl5pPr marL="0" lvl="4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5pPr>
            <a:lvl6pPr marL="0" lvl="5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6pPr>
            <a:lvl7pPr marL="0" lvl="6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7pPr>
            <a:lvl8pPr marL="0" lvl="7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8pPr>
            <a:lvl9pPr marL="0" lvl="8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120"/>
          <p:cNvSpPr txBox="1">
            <a:spLocks noGrp="1"/>
          </p:cNvSpPr>
          <p:nvPr>
            <p:ph type="dt" idx="10"/>
          </p:nvPr>
        </p:nvSpPr>
        <p:spPr>
          <a:xfrm rot="-5400000">
            <a:off x="-1198682" y="4821116"/>
            <a:ext cx="262596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3" name="Google Shape;443;p120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1pPr>
            <a:lvl2pPr marL="0" lvl="1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2pPr>
            <a:lvl3pPr marL="0" lvl="2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3pPr>
            <a:lvl4pPr marL="0" lvl="3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4pPr>
            <a:lvl5pPr marL="0" lvl="4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5pPr>
            <a:lvl6pPr marL="0" lvl="5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6pPr>
            <a:lvl7pPr marL="0" lvl="6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7pPr>
            <a:lvl8pPr marL="0" lvl="7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8pPr>
            <a:lvl9pPr marL="0" lvl="8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444" name="Google Shape;444;p120"/>
          <p:cNvSpPr txBox="1">
            <a:spLocks noGrp="1"/>
          </p:cNvSpPr>
          <p:nvPr>
            <p:ph type="ftr" idx="11"/>
          </p:nvPr>
        </p:nvSpPr>
        <p:spPr>
          <a:xfrm>
            <a:off x="1259680" y="6553200"/>
            <a:ext cx="716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21"/>
          <p:cNvSpPr txBox="1">
            <a:spLocks noGrp="1"/>
          </p:cNvSpPr>
          <p:nvPr>
            <p:ph type="title"/>
          </p:nvPr>
        </p:nvSpPr>
        <p:spPr>
          <a:xfrm>
            <a:off x="5715000" y="395287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7605"/>
              </a:buClr>
              <a:buSzPts val="2000"/>
              <a:buFont typeface="Calibri" panose="020F0502020204030204"/>
              <a:buNone/>
              <a:defRPr sz="2000" b="1">
                <a:solidFill>
                  <a:srgbClr val="FF760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7" name="Google Shape;447;p121"/>
          <p:cNvSpPr txBox="1">
            <a:spLocks noGrp="1"/>
          </p:cNvSpPr>
          <p:nvPr>
            <p:ph type="body" idx="1"/>
          </p:nvPr>
        </p:nvSpPr>
        <p:spPr>
          <a:xfrm>
            <a:off x="5715000" y="1557337"/>
            <a:ext cx="3008313" cy="4386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rgbClr val="9FACBA"/>
              </a:buClr>
              <a:buSzPts val="1400"/>
              <a:buNone/>
              <a:defRPr sz="1400">
                <a:solidFill>
                  <a:srgbClr val="9FACBA"/>
                </a:solidFill>
              </a:defRPr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448" name="Google Shape;448;p121"/>
          <p:cNvSpPr txBox="1">
            <a:spLocks noGrp="1"/>
          </p:cNvSpPr>
          <p:nvPr>
            <p:ph type="body" idx="2"/>
          </p:nvPr>
        </p:nvSpPr>
        <p:spPr>
          <a:xfrm>
            <a:off x="914400" y="381000"/>
            <a:ext cx="4800600" cy="59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˃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+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&gt;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+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−"/>
              <a:defRPr/>
            </a:lvl9pPr>
          </a:lstStyle>
          <a:p/>
        </p:txBody>
      </p:sp>
      <p:sp>
        <p:nvSpPr>
          <p:cNvPr id="449" name="Google Shape;449;p121"/>
          <p:cNvSpPr txBox="1">
            <a:spLocks noGrp="1"/>
          </p:cNvSpPr>
          <p:nvPr>
            <p:ph type="dt" idx="10"/>
          </p:nvPr>
        </p:nvSpPr>
        <p:spPr>
          <a:xfrm rot="-5400000">
            <a:off x="-1198682" y="4821116"/>
            <a:ext cx="262596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0" name="Google Shape;450;p121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1pPr>
            <a:lvl2pPr marL="0" lvl="1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2pPr>
            <a:lvl3pPr marL="0" lvl="2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3pPr>
            <a:lvl4pPr marL="0" lvl="3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4pPr>
            <a:lvl5pPr marL="0" lvl="4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5pPr>
            <a:lvl6pPr marL="0" lvl="5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6pPr>
            <a:lvl7pPr marL="0" lvl="6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7pPr>
            <a:lvl8pPr marL="0" lvl="7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8pPr>
            <a:lvl9pPr marL="0" lvl="8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451" name="Google Shape;451;p121"/>
          <p:cNvSpPr txBox="1">
            <a:spLocks noGrp="1"/>
          </p:cNvSpPr>
          <p:nvPr>
            <p:ph type="ftr" idx="11"/>
          </p:nvPr>
        </p:nvSpPr>
        <p:spPr>
          <a:xfrm>
            <a:off x="1259680" y="6553200"/>
            <a:ext cx="716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122"/>
          <p:cNvSpPr txBox="1">
            <a:spLocks noGrp="1"/>
          </p:cNvSpPr>
          <p:nvPr>
            <p:ph type="title"/>
          </p:nvPr>
        </p:nvSpPr>
        <p:spPr>
          <a:xfrm>
            <a:off x="1219200" y="4624754"/>
            <a:ext cx="5486400" cy="4044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4" name="Google Shape;454;p122"/>
          <p:cNvSpPr>
            <a:spLocks noGrp="1"/>
          </p:cNvSpPr>
          <p:nvPr>
            <p:ph type="pic" idx="2"/>
          </p:nvPr>
        </p:nvSpPr>
        <p:spPr>
          <a:xfrm>
            <a:off x="1323975" y="381000"/>
            <a:ext cx="5867400" cy="4081462"/>
          </a:xfrm>
          <a:prstGeom prst="rect">
            <a:avLst/>
          </a:prstGeom>
          <a:noFill/>
          <a:ln>
            <a:noFill/>
          </a:ln>
        </p:spPr>
      </p:sp>
      <p:sp>
        <p:nvSpPr>
          <p:cNvPr id="455" name="Google Shape;455;p122"/>
          <p:cNvSpPr txBox="1">
            <a:spLocks noGrp="1"/>
          </p:cNvSpPr>
          <p:nvPr>
            <p:ph type="body" idx="1"/>
          </p:nvPr>
        </p:nvSpPr>
        <p:spPr>
          <a:xfrm>
            <a:off x="1219200" y="5029200"/>
            <a:ext cx="40386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456" name="Google Shape;456;p122"/>
          <p:cNvSpPr txBox="1">
            <a:spLocks noGrp="1"/>
          </p:cNvSpPr>
          <p:nvPr>
            <p:ph type="dt" idx="10"/>
          </p:nvPr>
        </p:nvSpPr>
        <p:spPr>
          <a:xfrm rot="-5400000">
            <a:off x="-1198682" y="4821116"/>
            <a:ext cx="262596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7" name="Google Shape;457;p122"/>
          <p:cNvSpPr txBox="1">
            <a:spLocks noGrp="1"/>
          </p:cNvSpPr>
          <p:nvPr>
            <p:ph type="ftr" idx="11"/>
          </p:nvPr>
        </p:nvSpPr>
        <p:spPr>
          <a:xfrm>
            <a:off x="1259680" y="6553200"/>
            <a:ext cx="716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8" name="Google Shape;458;p122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1pPr>
            <a:lvl2pPr marL="0" lvl="1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2pPr>
            <a:lvl3pPr marL="0" lvl="2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3pPr>
            <a:lvl4pPr marL="0" lvl="3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4pPr>
            <a:lvl5pPr marL="0" lvl="4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5pPr>
            <a:lvl6pPr marL="0" lvl="5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6pPr>
            <a:lvl7pPr marL="0" lvl="6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7pPr>
            <a:lvl8pPr marL="0" lvl="7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8pPr>
            <a:lvl9pPr marL="0" lvl="8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123"/>
          <p:cNvSpPr txBox="1">
            <a:spLocks noGrp="1"/>
          </p:cNvSpPr>
          <p:nvPr>
            <p:ph type="title"/>
          </p:nvPr>
        </p:nvSpPr>
        <p:spPr>
          <a:xfrm>
            <a:off x="1219200" y="5257800"/>
            <a:ext cx="7239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1" name="Google Shape;461;p123"/>
          <p:cNvSpPr txBox="1">
            <a:spLocks noGrp="1"/>
          </p:cNvSpPr>
          <p:nvPr>
            <p:ph type="body" idx="1"/>
          </p:nvPr>
        </p:nvSpPr>
        <p:spPr>
          <a:xfrm rot="5400000">
            <a:off x="2743200" y="-685800"/>
            <a:ext cx="4419600" cy="74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˃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+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&gt;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+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−"/>
              <a:defRPr/>
            </a:lvl9pPr>
          </a:lstStyle>
          <a:p/>
        </p:txBody>
      </p:sp>
      <p:sp>
        <p:nvSpPr>
          <p:cNvPr id="462" name="Google Shape;462;p123"/>
          <p:cNvSpPr txBox="1">
            <a:spLocks noGrp="1"/>
          </p:cNvSpPr>
          <p:nvPr>
            <p:ph type="dt" idx="10"/>
          </p:nvPr>
        </p:nvSpPr>
        <p:spPr>
          <a:xfrm rot="-5400000">
            <a:off x="-1198682" y="4821116"/>
            <a:ext cx="262596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3" name="Google Shape;463;p123"/>
          <p:cNvSpPr txBox="1">
            <a:spLocks noGrp="1"/>
          </p:cNvSpPr>
          <p:nvPr>
            <p:ph type="ftr" idx="11"/>
          </p:nvPr>
        </p:nvSpPr>
        <p:spPr>
          <a:xfrm>
            <a:off x="1259680" y="6553200"/>
            <a:ext cx="716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4" name="Google Shape;464;p123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1pPr>
            <a:lvl2pPr marL="0" lvl="1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2pPr>
            <a:lvl3pPr marL="0" lvl="2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3pPr>
            <a:lvl4pPr marL="0" lvl="3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4pPr>
            <a:lvl5pPr marL="0" lvl="4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5pPr>
            <a:lvl6pPr marL="0" lvl="5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6pPr>
            <a:lvl7pPr marL="0" lvl="6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7pPr>
            <a:lvl8pPr marL="0" lvl="7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8pPr>
            <a:lvl9pPr marL="0" lvl="8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124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7" name="Google Shape;467;p124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˃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+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&gt;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+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−"/>
              <a:defRPr/>
            </a:lvl9pPr>
          </a:lstStyle>
          <a:p/>
        </p:txBody>
      </p:sp>
      <p:sp>
        <p:nvSpPr>
          <p:cNvPr id="468" name="Google Shape;468;p124"/>
          <p:cNvSpPr txBox="1">
            <a:spLocks noGrp="1"/>
          </p:cNvSpPr>
          <p:nvPr>
            <p:ph type="dt" idx="10"/>
          </p:nvPr>
        </p:nvSpPr>
        <p:spPr>
          <a:xfrm rot="-5400000">
            <a:off x="-1198682" y="4821116"/>
            <a:ext cx="262596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9" name="Google Shape;469;p124"/>
          <p:cNvSpPr txBox="1">
            <a:spLocks noGrp="1"/>
          </p:cNvSpPr>
          <p:nvPr>
            <p:ph type="ftr" idx="11"/>
          </p:nvPr>
        </p:nvSpPr>
        <p:spPr>
          <a:xfrm>
            <a:off x="1259680" y="6553200"/>
            <a:ext cx="716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0" name="Google Shape;470;p124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1pPr>
            <a:lvl2pPr marL="0" lvl="1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2pPr>
            <a:lvl3pPr marL="0" lvl="2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3pPr>
            <a:lvl4pPr marL="0" lvl="3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4pPr>
            <a:lvl5pPr marL="0" lvl="4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5pPr>
            <a:lvl6pPr marL="0" lvl="5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6pPr>
            <a:lvl7pPr marL="0" lvl="6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7pPr>
            <a:lvl8pPr marL="0" lvl="7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8pPr>
            <a:lvl9pPr marL="0" lvl="8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125"/>
          <p:cNvSpPr txBox="1">
            <a:spLocks noGrp="1"/>
          </p:cNvSpPr>
          <p:nvPr>
            <p:ph type="ctrTitle"/>
          </p:nvPr>
        </p:nvSpPr>
        <p:spPr>
          <a:xfrm>
            <a:off x="685800" y="609601"/>
            <a:ext cx="7772400" cy="1981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Calibri" panose="020F0502020204030204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3" name="Google Shape;473;p125"/>
          <p:cNvSpPr txBox="1">
            <a:spLocks noGrp="1"/>
          </p:cNvSpPr>
          <p:nvPr>
            <p:ph type="dt" idx="10"/>
          </p:nvPr>
        </p:nvSpPr>
        <p:spPr>
          <a:xfrm rot="-5400000">
            <a:off x="-1198682" y="4821116"/>
            <a:ext cx="262596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4" name="Google Shape;474;p125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1pPr>
            <a:lvl2pPr marL="0" lvl="1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2pPr>
            <a:lvl3pPr marL="0" lvl="2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3pPr>
            <a:lvl4pPr marL="0" lvl="3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4pPr>
            <a:lvl5pPr marL="0" lvl="4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5pPr>
            <a:lvl6pPr marL="0" lvl="5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6pPr>
            <a:lvl7pPr marL="0" lvl="6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7pPr>
            <a:lvl8pPr marL="0" lvl="7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8pPr>
            <a:lvl9pPr marL="0" lvl="8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475" name="Google Shape;475;p125"/>
          <p:cNvSpPr txBox="1">
            <a:spLocks noGrp="1"/>
          </p:cNvSpPr>
          <p:nvPr>
            <p:ph type="ftr" idx="11"/>
          </p:nvPr>
        </p:nvSpPr>
        <p:spPr>
          <a:xfrm>
            <a:off x="1259680" y="6553200"/>
            <a:ext cx="716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6" name="Google Shape;476;p125"/>
          <p:cNvSpPr txBox="1"/>
          <p:nvPr/>
        </p:nvSpPr>
        <p:spPr>
          <a:xfrm>
            <a:off x="609600" y="4953000"/>
            <a:ext cx="71628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7605"/>
              </a:buClr>
              <a:buSzPts val="1520"/>
              <a:buFont typeface="Noto Sans Symbols"/>
              <a:buNone/>
            </a:pPr>
            <a:r>
              <a:rPr lang="en-US" sz="2000" b="1">
                <a:solidFill>
                  <a:srgbClr val="675D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Dr. Mian M. Hamayun</a:t>
            </a:r>
            <a:endParaRPr lang="en-US" sz="2000" b="1">
              <a:solidFill>
                <a:srgbClr val="675D5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Clr>
                <a:srgbClr val="FF7605"/>
              </a:buClr>
              <a:buSzPts val="1520"/>
              <a:buFont typeface="Noto Sans Symbols"/>
              <a:buNone/>
            </a:pPr>
            <a:r>
              <a:rPr lang="en-US" sz="2000" i="1">
                <a:solidFill>
                  <a:srgbClr val="675D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mian.hamayun@seecs.edu.pk</a:t>
            </a:r>
            <a:endParaRPr lang="en-US" sz="2000" i="1">
              <a:solidFill>
                <a:srgbClr val="675D5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Clr>
                <a:srgbClr val="FF7605"/>
              </a:buClr>
              <a:buSzPts val="1520"/>
              <a:buFont typeface="Noto Sans Symbols"/>
              <a:buNone/>
            </a:pPr>
            <a:r>
              <a:rPr lang="en-US" sz="2000">
                <a:solidFill>
                  <a:srgbClr val="675D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http://seecs.nust.edu.pk/faculty/mianhamayun.html</a:t>
            </a:r>
            <a:endParaRPr sz="2000">
              <a:solidFill>
                <a:srgbClr val="675D5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59"/>
          <p:cNvSpPr txBox="1">
            <a:spLocks noGrp="1"/>
          </p:cNvSpPr>
          <p:nvPr>
            <p:ph type="title"/>
          </p:nvPr>
        </p:nvSpPr>
        <p:spPr>
          <a:xfrm>
            <a:off x="1219200" y="5257800"/>
            <a:ext cx="7239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Calibri" panose="020F0502020204030204"/>
              <a:buNone/>
              <a:defRPr sz="7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8" name="Google Shape;488;p59"/>
          <p:cNvSpPr txBox="1">
            <a:spLocks noGrp="1"/>
          </p:cNvSpPr>
          <p:nvPr>
            <p:ph type="body" idx="1"/>
          </p:nvPr>
        </p:nvSpPr>
        <p:spPr>
          <a:xfrm>
            <a:off x="1219200" y="838200"/>
            <a:ext cx="74676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Char char="»"/>
              <a:defRPr sz="2800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˃"/>
              <a:defRPr sz="1800">
                <a:solidFill>
                  <a:schemeClr val="dk1"/>
                </a:solidFill>
              </a:defRPr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+"/>
              <a:defRPr sz="1800">
                <a:solidFill>
                  <a:schemeClr val="dk1"/>
                </a:solidFill>
              </a:defRPr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>
                <a:solidFill>
                  <a:schemeClr val="dk1"/>
                </a:solidFill>
              </a:defRPr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>
                <a:solidFill>
                  <a:schemeClr val="dk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&gt;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+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−"/>
              <a:defRPr/>
            </a:lvl9pPr>
          </a:lstStyle>
          <a:p/>
        </p:txBody>
      </p:sp>
      <p:sp>
        <p:nvSpPr>
          <p:cNvPr id="489" name="Google Shape;489;p59"/>
          <p:cNvSpPr txBox="1">
            <a:spLocks noGrp="1"/>
          </p:cNvSpPr>
          <p:nvPr>
            <p:ph type="dt" idx="10"/>
          </p:nvPr>
        </p:nvSpPr>
        <p:spPr>
          <a:xfrm rot="-5400000">
            <a:off x="-1198682" y="4821116"/>
            <a:ext cx="262596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0" name="Google Shape;490;p59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1pPr>
            <a:lvl2pPr marL="0" lvl="1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2pPr>
            <a:lvl3pPr marL="0" lvl="2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3pPr>
            <a:lvl4pPr marL="0" lvl="3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4pPr>
            <a:lvl5pPr marL="0" lvl="4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5pPr>
            <a:lvl6pPr marL="0" lvl="5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6pPr>
            <a:lvl7pPr marL="0" lvl="6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7pPr>
            <a:lvl8pPr marL="0" lvl="7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8pPr>
            <a:lvl9pPr marL="0" lvl="8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491" name="Google Shape;491;p59"/>
          <p:cNvSpPr txBox="1">
            <a:spLocks noGrp="1"/>
          </p:cNvSpPr>
          <p:nvPr>
            <p:ph type="ftr" idx="11"/>
          </p:nvPr>
        </p:nvSpPr>
        <p:spPr>
          <a:xfrm>
            <a:off x="1259680" y="6553200"/>
            <a:ext cx="716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60"/>
          <p:cNvSpPr txBox="1">
            <a:spLocks noGrp="1"/>
          </p:cNvSpPr>
          <p:nvPr>
            <p:ph type="dt" idx="10"/>
          </p:nvPr>
        </p:nvSpPr>
        <p:spPr>
          <a:xfrm rot="-5400000">
            <a:off x="-1198682" y="4821116"/>
            <a:ext cx="262596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4" name="Google Shape;494;p60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1pPr>
            <a:lvl2pPr marL="0" lvl="1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2pPr>
            <a:lvl3pPr marL="0" lvl="2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3pPr>
            <a:lvl4pPr marL="0" lvl="3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4pPr>
            <a:lvl5pPr marL="0" lvl="4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5pPr>
            <a:lvl6pPr marL="0" lvl="5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6pPr>
            <a:lvl7pPr marL="0" lvl="6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7pPr>
            <a:lvl8pPr marL="0" lvl="7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8pPr>
            <a:lvl9pPr marL="0" lvl="8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495" name="Google Shape;495;p60"/>
          <p:cNvSpPr txBox="1">
            <a:spLocks noGrp="1"/>
          </p:cNvSpPr>
          <p:nvPr>
            <p:ph type="ftr" idx="11"/>
          </p:nvPr>
        </p:nvSpPr>
        <p:spPr>
          <a:xfrm>
            <a:off x="1259680" y="6553200"/>
            <a:ext cx="716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95"/>
          <p:cNvSpPr txBox="1">
            <a:spLocks noGrp="1"/>
          </p:cNvSpPr>
          <p:nvPr>
            <p:ph type="body" idx="1"/>
          </p:nvPr>
        </p:nvSpPr>
        <p:spPr>
          <a:xfrm>
            <a:off x="1219199" y="4484080"/>
            <a:ext cx="7239001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949AA0"/>
              </a:buClr>
              <a:buSzPts val="1800"/>
              <a:buNone/>
              <a:defRPr sz="1800">
                <a:solidFill>
                  <a:srgbClr val="949AA0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949AA0"/>
              </a:buClr>
              <a:buSzPts val="1600"/>
              <a:buNone/>
              <a:defRPr sz="1600">
                <a:solidFill>
                  <a:srgbClr val="949AA0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949AA0"/>
              </a:buClr>
              <a:buSzPts val="1400"/>
              <a:buNone/>
              <a:defRPr sz="1400">
                <a:solidFill>
                  <a:srgbClr val="949AA0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949AA0"/>
              </a:buClr>
              <a:buSzPts val="1400"/>
              <a:buNone/>
              <a:defRPr sz="1400">
                <a:solidFill>
                  <a:srgbClr val="949AA0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949AA0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949AA0"/>
              </a:buClr>
              <a:buSzPts val="1400"/>
              <a:buNone/>
              <a:defRPr sz="1400">
                <a:solidFill>
                  <a:srgbClr val="949AA0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949AA0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949AA0"/>
                </a:solidFill>
              </a:defRPr>
            </a:lvl9pPr>
          </a:lstStyle>
          <a:p/>
        </p:txBody>
      </p:sp>
      <p:sp>
        <p:nvSpPr>
          <p:cNvPr id="509" name="Google Shape;509;p95"/>
          <p:cNvSpPr txBox="1">
            <a:spLocks noGrp="1"/>
          </p:cNvSpPr>
          <p:nvPr>
            <p:ph type="title"/>
          </p:nvPr>
        </p:nvSpPr>
        <p:spPr>
          <a:xfrm>
            <a:off x="1219200" y="5257800"/>
            <a:ext cx="7239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Calibri" panose="020F0502020204030204"/>
              <a:buNone/>
              <a:defRPr sz="7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0" name="Google Shape;510;p95"/>
          <p:cNvSpPr txBox="1">
            <a:spLocks noGrp="1"/>
          </p:cNvSpPr>
          <p:nvPr>
            <p:ph type="dt" idx="10"/>
          </p:nvPr>
        </p:nvSpPr>
        <p:spPr>
          <a:xfrm rot="-5400000">
            <a:off x="-1198682" y="4821116"/>
            <a:ext cx="262596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1" name="Google Shape;511;p95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1pPr>
            <a:lvl2pPr marL="0" lvl="1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2pPr>
            <a:lvl3pPr marL="0" lvl="2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3pPr>
            <a:lvl4pPr marL="0" lvl="3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4pPr>
            <a:lvl5pPr marL="0" lvl="4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5pPr>
            <a:lvl6pPr marL="0" lvl="5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6pPr>
            <a:lvl7pPr marL="0" lvl="6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7pPr>
            <a:lvl8pPr marL="0" lvl="7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8pPr>
            <a:lvl9pPr marL="0" lvl="8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512" name="Google Shape;512;p95"/>
          <p:cNvSpPr txBox="1">
            <a:spLocks noGrp="1"/>
          </p:cNvSpPr>
          <p:nvPr>
            <p:ph type="ftr" idx="11"/>
          </p:nvPr>
        </p:nvSpPr>
        <p:spPr>
          <a:xfrm>
            <a:off x="1259680" y="6553200"/>
            <a:ext cx="716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96"/>
          <p:cNvSpPr txBox="1">
            <a:spLocks noGrp="1"/>
          </p:cNvSpPr>
          <p:nvPr>
            <p:ph type="title"/>
          </p:nvPr>
        </p:nvSpPr>
        <p:spPr>
          <a:xfrm>
            <a:off x="1219200" y="5257800"/>
            <a:ext cx="7239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Calibri" panose="020F0502020204030204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5" name="Google Shape;515;p96"/>
          <p:cNvSpPr txBox="1">
            <a:spLocks noGrp="1"/>
          </p:cNvSpPr>
          <p:nvPr>
            <p:ph type="dt" idx="10"/>
          </p:nvPr>
        </p:nvSpPr>
        <p:spPr>
          <a:xfrm rot="-5400000">
            <a:off x="-1198682" y="4821116"/>
            <a:ext cx="262596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6" name="Google Shape;516;p96"/>
          <p:cNvSpPr txBox="1">
            <a:spLocks noGrp="1"/>
          </p:cNvSpPr>
          <p:nvPr>
            <p:ph type="ftr" idx="11"/>
          </p:nvPr>
        </p:nvSpPr>
        <p:spPr>
          <a:xfrm>
            <a:off x="1259680" y="6553200"/>
            <a:ext cx="716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7" name="Google Shape;517;p96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1pPr>
            <a:lvl2pPr marL="0" lvl="1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2pPr>
            <a:lvl3pPr marL="0" lvl="2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3pPr>
            <a:lvl4pPr marL="0" lvl="3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4pPr>
            <a:lvl5pPr marL="0" lvl="4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5pPr>
            <a:lvl6pPr marL="0" lvl="5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6pPr>
            <a:lvl7pPr marL="0" lvl="6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7pPr>
            <a:lvl8pPr marL="0" lvl="7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8pPr>
            <a:lvl9pPr marL="0" lvl="8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518" name="Google Shape;518;p96"/>
          <p:cNvSpPr txBox="1">
            <a:spLocks noGrp="1"/>
          </p:cNvSpPr>
          <p:nvPr>
            <p:ph type="body" idx="1"/>
          </p:nvPr>
        </p:nvSpPr>
        <p:spPr>
          <a:xfrm>
            <a:off x="1216152" y="841248"/>
            <a:ext cx="3730752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˃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+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&gt;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+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−"/>
              <a:defRPr/>
            </a:lvl9pPr>
          </a:lstStyle>
          <a:p/>
        </p:txBody>
      </p:sp>
      <p:sp>
        <p:nvSpPr>
          <p:cNvPr id="519" name="Google Shape;519;p96"/>
          <p:cNvSpPr txBox="1">
            <a:spLocks noGrp="1"/>
          </p:cNvSpPr>
          <p:nvPr>
            <p:ph type="body" idx="2"/>
          </p:nvPr>
        </p:nvSpPr>
        <p:spPr>
          <a:xfrm>
            <a:off x="5102352" y="841248"/>
            <a:ext cx="3730752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˃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+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&gt;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+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−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97"/>
          <p:cNvSpPr txBox="1">
            <a:spLocks noGrp="1"/>
          </p:cNvSpPr>
          <p:nvPr>
            <p:ph type="title"/>
          </p:nvPr>
        </p:nvSpPr>
        <p:spPr>
          <a:xfrm>
            <a:off x="1219200" y="5257800"/>
            <a:ext cx="7239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Calibri" panose="020F0502020204030204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2" name="Google Shape;522;p97"/>
          <p:cNvSpPr txBox="1">
            <a:spLocks noGrp="1"/>
          </p:cNvSpPr>
          <p:nvPr>
            <p:ph type="body" idx="1"/>
          </p:nvPr>
        </p:nvSpPr>
        <p:spPr>
          <a:xfrm>
            <a:off x="1219200" y="841248"/>
            <a:ext cx="37338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/>
        </p:txBody>
      </p:sp>
      <p:sp>
        <p:nvSpPr>
          <p:cNvPr id="523" name="Google Shape;523;p97"/>
          <p:cNvSpPr txBox="1">
            <a:spLocks noGrp="1"/>
          </p:cNvSpPr>
          <p:nvPr>
            <p:ph type="body" idx="2"/>
          </p:nvPr>
        </p:nvSpPr>
        <p:spPr>
          <a:xfrm>
            <a:off x="5105400" y="841248"/>
            <a:ext cx="3735267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/>
        </p:txBody>
      </p:sp>
      <p:sp>
        <p:nvSpPr>
          <p:cNvPr id="524" name="Google Shape;524;p97"/>
          <p:cNvSpPr txBox="1">
            <a:spLocks noGrp="1"/>
          </p:cNvSpPr>
          <p:nvPr>
            <p:ph type="dt" idx="10"/>
          </p:nvPr>
        </p:nvSpPr>
        <p:spPr>
          <a:xfrm rot="-5400000">
            <a:off x="-1198682" y="4821116"/>
            <a:ext cx="262596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5" name="Google Shape;525;p97"/>
          <p:cNvSpPr txBox="1">
            <a:spLocks noGrp="1"/>
          </p:cNvSpPr>
          <p:nvPr>
            <p:ph type="ftr" idx="11"/>
          </p:nvPr>
        </p:nvSpPr>
        <p:spPr>
          <a:xfrm>
            <a:off x="1259680" y="6553200"/>
            <a:ext cx="716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6" name="Google Shape;526;p97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1pPr>
            <a:lvl2pPr marL="0" lvl="1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2pPr>
            <a:lvl3pPr marL="0" lvl="2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3pPr>
            <a:lvl4pPr marL="0" lvl="3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4pPr>
            <a:lvl5pPr marL="0" lvl="4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5pPr>
            <a:lvl6pPr marL="0" lvl="5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6pPr>
            <a:lvl7pPr marL="0" lvl="6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7pPr>
            <a:lvl8pPr marL="0" lvl="7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8pPr>
            <a:lvl9pPr marL="0" lvl="8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527" name="Google Shape;527;p97"/>
          <p:cNvSpPr txBox="1">
            <a:spLocks noGrp="1"/>
          </p:cNvSpPr>
          <p:nvPr>
            <p:ph type="body" idx="3"/>
          </p:nvPr>
        </p:nvSpPr>
        <p:spPr>
          <a:xfrm>
            <a:off x="1216152" y="1380744"/>
            <a:ext cx="3730752" cy="384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˃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+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&gt;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+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−"/>
              <a:defRPr/>
            </a:lvl9pPr>
          </a:lstStyle>
          <a:p/>
        </p:txBody>
      </p:sp>
      <p:sp>
        <p:nvSpPr>
          <p:cNvPr id="528" name="Google Shape;528;p97"/>
          <p:cNvSpPr txBox="1">
            <a:spLocks noGrp="1"/>
          </p:cNvSpPr>
          <p:nvPr>
            <p:ph type="body" idx="4"/>
          </p:nvPr>
        </p:nvSpPr>
        <p:spPr>
          <a:xfrm>
            <a:off x="5102352" y="1380743"/>
            <a:ext cx="3730752" cy="384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˃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+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&gt;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+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−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98"/>
          <p:cNvSpPr txBox="1">
            <a:spLocks noGrp="1"/>
          </p:cNvSpPr>
          <p:nvPr>
            <p:ph type="title"/>
          </p:nvPr>
        </p:nvSpPr>
        <p:spPr>
          <a:xfrm>
            <a:off x="1219200" y="5257800"/>
            <a:ext cx="7239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Calibri" panose="020F0502020204030204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1" name="Google Shape;531;p98"/>
          <p:cNvSpPr txBox="1">
            <a:spLocks noGrp="1"/>
          </p:cNvSpPr>
          <p:nvPr>
            <p:ph type="dt" idx="10"/>
          </p:nvPr>
        </p:nvSpPr>
        <p:spPr>
          <a:xfrm rot="-5400000">
            <a:off x="-1198682" y="4821116"/>
            <a:ext cx="262596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2" name="Google Shape;532;p98"/>
          <p:cNvSpPr txBox="1">
            <a:spLocks noGrp="1"/>
          </p:cNvSpPr>
          <p:nvPr>
            <p:ph type="ftr" idx="11"/>
          </p:nvPr>
        </p:nvSpPr>
        <p:spPr>
          <a:xfrm>
            <a:off x="1259680" y="6553200"/>
            <a:ext cx="716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3" name="Google Shape;533;p98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1pPr>
            <a:lvl2pPr marL="0" lvl="1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2pPr>
            <a:lvl3pPr marL="0" lvl="2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3pPr>
            <a:lvl4pPr marL="0" lvl="3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4pPr>
            <a:lvl5pPr marL="0" lvl="4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5pPr>
            <a:lvl6pPr marL="0" lvl="5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6pPr>
            <a:lvl7pPr marL="0" lvl="6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7pPr>
            <a:lvl8pPr marL="0" lvl="7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8pPr>
            <a:lvl9pPr marL="0" lvl="8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99"/>
          <p:cNvSpPr txBox="1">
            <a:spLocks noGrp="1"/>
          </p:cNvSpPr>
          <p:nvPr>
            <p:ph type="title"/>
          </p:nvPr>
        </p:nvSpPr>
        <p:spPr>
          <a:xfrm>
            <a:off x="5715000" y="395287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7605"/>
              </a:buClr>
              <a:buSzPts val="2000"/>
              <a:buFont typeface="Calibri" panose="020F0502020204030204"/>
              <a:buNone/>
              <a:defRPr sz="2000" b="1">
                <a:solidFill>
                  <a:srgbClr val="FF760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6" name="Google Shape;536;p99"/>
          <p:cNvSpPr txBox="1">
            <a:spLocks noGrp="1"/>
          </p:cNvSpPr>
          <p:nvPr>
            <p:ph type="body" idx="1"/>
          </p:nvPr>
        </p:nvSpPr>
        <p:spPr>
          <a:xfrm>
            <a:off x="5715000" y="1557337"/>
            <a:ext cx="3008313" cy="4386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rgbClr val="9FACBA"/>
              </a:buClr>
              <a:buSzPts val="1400"/>
              <a:buNone/>
              <a:defRPr sz="1400">
                <a:solidFill>
                  <a:srgbClr val="9FACBA"/>
                </a:solidFill>
              </a:defRPr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537" name="Google Shape;537;p99"/>
          <p:cNvSpPr txBox="1">
            <a:spLocks noGrp="1"/>
          </p:cNvSpPr>
          <p:nvPr>
            <p:ph type="body" idx="2"/>
          </p:nvPr>
        </p:nvSpPr>
        <p:spPr>
          <a:xfrm>
            <a:off x="914400" y="381000"/>
            <a:ext cx="4800600" cy="59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˃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+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&gt;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+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−"/>
              <a:defRPr/>
            </a:lvl9pPr>
          </a:lstStyle>
          <a:p/>
        </p:txBody>
      </p:sp>
      <p:sp>
        <p:nvSpPr>
          <p:cNvPr id="538" name="Google Shape;538;p99"/>
          <p:cNvSpPr txBox="1">
            <a:spLocks noGrp="1"/>
          </p:cNvSpPr>
          <p:nvPr>
            <p:ph type="dt" idx="10"/>
          </p:nvPr>
        </p:nvSpPr>
        <p:spPr>
          <a:xfrm rot="-5400000">
            <a:off x="-1198682" y="4821116"/>
            <a:ext cx="262596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9" name="Google Shape;539;p99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1pPr>
            <a:lvl2pPr marL="0" lvl="1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2pPr>
            <a:lvl3pPr marL="0" lvl="2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3pPr>
            <a:lvl4pPr marL="0" lvl="3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4pPr>
            <a:lvl5pPr marL="0" lvl="4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5pPr>
            <a:lvl6pPr marL="0" lvl="5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6pPr>
            <a:lvl7pPr marL="0" lvl="6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7pPr>
            <a:lvl8pPr marL="0" lvl="7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8pPr>
            <a:lvl9pPr marL="0" lvl="8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540" name="Google Shape;540;p99"/>
          <p:cNvSpPr txBox="1">
            <a:spLocks noGrp="1"/>
          </p:cNvSpPr>
          <p:nvPr>
            <p:ph type="ftr" idx="11"/>
          </p:nvPr>
        </p:nvSpPr>
        <p:spPr>
          <a:xfrm>
            <a:off x="1259680" y="6553200"/>
            <a:ext cx="716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00"/>
          <p:cNvSpPr txBox="1">
            <a:spLocks noGrp="1"/>
          </p:cNvSpPr>
          <p:nvPr>
            <p:ph type="title"/>
          </p:nvPr>
        </p:nvSpPr>
        <p:spPr>
          <a:xfrm>
            <a:off x="1219200" y="4624754"/>
            <a:ext cx="5486400" cy="4044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3" name="Google Shape;543;p100"/>
          <p:cNvSpPr>
            <a:spLocks noGrp="1"/>
          </p:cNvSpPr>
          <p:nvPr>
            <p:ph type="pic" idx="2"/>
          </p:nvPr>
        </p:nvSpPr>
        <p:spPr>
          <a:xfrm>
            <a:off x="1323975" y="381000"/>
            <a:ext cx="5867400" cy="4081462"/>
          </a:xfrm>
          <a:prstGeom prst="rect">
            <a:avLst/>
          </a:prstGeom>
          <a:noFill/>
          <a:ln>
            <a:noFill/>
          </a:ln>
        </p:spPr>
      </p:sp>
      <p:sp>
        <p:nvSpPr>
          <p:cNvPr id="544" name="Google Shape;544;p100"/>
          <p:cNvSpPr txBox="1">
            <a:spLocks noGrp="1"/>
          </p:cNvSpPr>
          <p:nvPr>
            <p:ph type="body" idx="1"/>
          </p:nvPr>
        </p:nvSpPr>
        <p:spPr>
          <a:xfrm>
            <a:off x="1219200" y="5029200"/>
            <a:ext cx="40386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545" name="Google Shape;545;p100"/>
          <p:cNvSpPr txBox="1">
            <a:spLocks noGrp="1"/>
          </p:cNvSpPr>
          <p:nvPr>
            <p:ph type="dt" idx="10"/>
          </p:nvPr>
        </p:nvSpPr>
        <p:spPr>
          <a:xfrm rot="-5400000">
            <a:off x="-1198682" y="4821116"/>
            <a:ext cx="262596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6" name="Google Shape;546;p100"/>
          <p:cNvSpPr txBox="1">
            <a:spLocks noGrp="1"/>
          </p:cNvSpPr>
          <p:nvPr>
            <p:ph type="ftr" idx="11"/>
          </p:nvPr>
        </p:nvSpPr>
        <p:spPr>
          <a:xfrm>
            <a:off x="1259680" y="6553200"/>
            <a:ext cx="716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7" name="Google Shape;547;p100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1pPr>
            <a:lvl2pPr marL="0" lvl="1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2pPr>
            <a:lvl3pPr marL="0" lvl="2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3pPr>
            <a:lvl4pPr marL="0" lvl="3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4pPr>
            <a:lvl5pPr marL="0" lvl="4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5pPr>
            <a:lvl6pPr marL="0" lvl="5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6pPr>
            <a:lvl7pPr marL="0" lvl="6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7pPr>
            <a:lvl8pPr marL="0" lvl="7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8pPr>
            <a:lvl9pPr marL="0" lvl="8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101"/>
          <p:cNvSpPr txBox="1">
            <a:spLocks noGrp="1"/>
          </p:cNvSpPr>
          <p:nvPr>
            <p:ph type="title"/>
          </p:nvPr>
        </p:nvSpPr>
        <p:spPr>
          <a:xfrm>
            <a:off x="1219200" y="5257800"/>
            <a:ext cx="7239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0" name="Google Shape;550;p101"/>
          <p:cNvSpPr txBox="1">
            <a:spLocks noGrp="1"/>
          </p:cNvSpPr>
          <p:nvPr>
            <p:ph type="body" idx="1"/>
          </p:nvPr>
        </p:nvSpPr>
        <p:spPr>
          <a:xfrm rot="5400000">
            <a:off x="2743200" y="-685800"/>
            <a:ext cx="4419600" cy="74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˃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+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&gt;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+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−"/>
              <a:defRPr/>
            </a:lvl9pPr>
          </a:lstStyle>
          <a:p/>
        </p:txBody>
      </p:sp>
      <p:sp>
        <p:nvSpPr>
          <p:cNvPr id="551" name="Google Shape;551;p101"/>
          <p:cNvSpPr txBox="1">
            <a:spLocks noGrp="1"/>
          </p:cNvSpPr>
          <p:nvPr>
            <p:ph type="dt" idx="10"/>
          </p:nvPr>
        </p:nvSpPr>
        <p:spPr>
          <a:xfrm rot="-5400000">
            <a:off x="-1198682" y="4821116"/>
            <a:ext cx="262596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2" name="Google Shape;552;p101"/>
          <p:cNvSpPr txBox="1">
            <a:spLocks noGrp="1"/>
          </p:cNvSpPr>
          <p:nvPr>
            <p:ph type="ftr" idx="11"/>
          </p:nvPr>
        </p:nvSpPr>
        <p:spPr>
          <a:xfrm>
            <a:off x="1259680" y="6553200"/>
            <a:ext cx="716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3" name="Google Shape;553;p101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1pPr>
            <a:lvl2pPr marL="0" lvl="1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2pPr>
            <a:lvl3pPr marL="0" lvl="2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3pPr>
            <a:lvl4pPr marL="0" lvl="3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4pPr>
            <a:lvl5pPr marL="0" lvl="4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5pPr>
            <a:lvl6pPr marL="0" lvl="5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6pPr>
            <a:lvl7pPr marL="0" lvl="6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7pPr>
            <a:lvl8pPr marL="0" lvl="7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8pPr>
            <a:lvl9pPr marL="0" lvl="8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10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6" name="Google Shape;556;p10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˃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+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&gt;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+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−"/>
              <a:defRPr/>
            </a:lvl9pPr>
          </a:lstStyle>
          <a:p/>
        </p:txBody>
      </p:sp>
      <p:sp>
        <p:nvSpPr>
          <p:cNvPr id="557" name="Google Shape;557;p102"/>
          <p:cNvSpPr txBox="1">
            <a:spLocks noGrp="1"/>
          </p:cNvSpPr>
          <p:nvPr>
            <p:ph type="dt" idx="10"/>
          </p:nvPr>
        </p:nvSpPr>
        <p:spPr>
          <a:xfrm rot="-5400000">
            <a:off x="-1198682" y="4821116"/>
            <a:ext cx="262596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8" name="Google Shape;558;p102"/>
          <p:cNvSpPr txBox="1">
            <a:spLocks noGrp="1"/>
          </p:cNvSpPr>
          <p:nvPr>
            <p:ph type="ftr" idx="11"/>
          </p:nvPr>
        </p:nvSpPr>
        <p:spPr>
          <a:xfrm>
            <a:off x="1259680" y="6553200"/>
            <a:ext cx="716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9" name="Google Shape;559;p102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1pPr>
            <a:lvl2pPr marL="0" lvl="1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2pPr>
            <a:lvl3pPr marL="0" lvl="2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3pPr>
            <a:lvl4pPr marL="0" lvl="3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4pPr>
            <a:lvl5pPr marL="0" lvl="4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5pPr>
            <a:lvl6pPr marL="0" lvl="5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6pPr>
            <a:lvl7pPr marL="0" lvl="6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7pPr>
            <a:lvl8pPr marL="0" lvl="7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8pPr>
            <a:lvl9pPr marL="0" lvl="8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103"/>
          <p:cNvSpPr txBox="1">
            <a:spLocks noGrp="1"/>
          </p:cNvSpPr>
          <p:nvPr>
            <p:ph type="ctrTitle"/>
          </p:nvPr>
        </p:nvSpPr>
        <p:spPr>
          <a:xfrm>
            <a:off x="685800" y="609601"/>
            <a:ext cx="7772400" cy="1981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Calibri" panose="020F0502020204030204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2" name="Google Shape;562;p103"/>
          <p:cNvSpPr txBox="1">
            <a:spLocks noGrp="1"/>
          </p:cNvSpPr>
          <p:nvPr>
            <p:ph type="dt" idx="10"/>
          </p:nvPr>
        </p:nvSpPr>
        <p:spPr>
          <a:xfrm rot="-5400000">
            <a:off x="-1198682" y="4821116"/>
            <a:ext cx="262596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3" name="Google Shape;563;p103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1pPr>
            <a:lvl2pPr marL="0" lvl="1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2pPr>
            <a:lvl3pPr marL="0" lvl="2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3pPr>
            <a:lvl4pPr marL="0" lvl="3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4pPr>
            <a:lvl5pPr marL="0" lvl="4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5pPr>
            <a:lvl6pPr marL="0" lvl="5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6pPr>
            <a:lvl7pPr marL="0" lvl="6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7pPr>
            <a:lvl8pPr marL="0" lvl="7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8pPr>
            <a:lvl9pPr marL="0" lvl="8" indent="0" algn="l">
              <a:spcBef>
                <a:spcPts val="0"/>
              </a:spcBef>
              <a:buNone/>
              <a:defRPr>
                <a:solidFill>
                  <a:srgbClr val="A59B98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564" name="Google Shape;564;p103"/>
          <p:cNvSpPr txBox="1">
            <a:spLocks noGrp="1"/>
          </p:cNvSpPr>
          <p:nvPr>
            <p:ph type="ftr" idx="11"/>
          </p:nvPr>
        </p:nvSpPr>
        <p:spPr>
          <a:xfrm>
            <a:off x="1259680" y="6553200"/>
            <a:ext cx="716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5" name="Google Shape;565;p103"/>
          <p:cNvSpPr txBox="1"/>
          <p:nvPr/>
        </p:nvSpPr>
        <p:spPr>
          <a:xfrm>
            <a:off x="609600" y="4953000"/>
            <a:ext cx="71628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7605"/>
              </a:buClr>
              <a:buSzPts val="1520"/>
              <a:buFont typeface="Noto Sans Symbols"/>
              <a:buNone/>
            </a:pPr>
            <a:r>
              <a:rPr lang="en-US" sz="2000" b="1">
                <a:solidFill>
                  <a:srgbClr val="675D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Dr. Mian M. Hamayun</a:t>
            </a:r>
            <a:endParaRPr lang="en-US" sz="2000" b="1">
              <a:solidFill>
                <a:srgbClr val="675D5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Clr>
                <a:srgbClr val="FF7605"/>
              </a:buClr>
              <a:buSzPts val="1520"/>
              <a:buFont typeface="Noto Sans Symbols"/>
              <a:buNone/>
            </a:pPr>
            <a:r>
              <a:rPr lang="en-US" sz="2000" i="1">
                <a:solidFill>
                  <a:srgbClr val="675D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mian.hamayun@seecs.edu.pk</a:t>
            </a:r>
            <a:endParaRPr lang="en-US" sz="2000" i="1">
              <a:solidFill>
                <a:srgbClr val="675D5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Clr>
                <a:srgbClr val="FF7605"/>
              </a:buClr>
              <a:buSzPts val="1520"/>
              <a:buFont typeface="Noto Sans Symbols"/>
              <a:buNone/>
            </a:pPr>
            <a:r>
              <a:rPr lang="en-US" sz="2000">
                <a:solidFill>
                  <a:srgbClr val="675D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http://seecs.nust.edu.pk/faculty/mianhamayun.html</a:t>
            </a:r>
            <a:endParaRPr sz="2000">
              <a:solidFill>
                <a:srgbClr val="675D5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2.png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2.xml"/><Relationship Id="rId8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0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3" Type="http://schemas.openxmlformats.org/officeDocument/2006/relationships/theme" Target="../theme/theme2.xml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4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3.xml"/><Relationship Id="rId8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6.xml"/><Relationship Id="rId14" Type="http://schemas.openxmlformats.org/officeDocument/2006/relationships/theme" Target="../theme/theme3.xml"/><Relationship Id="rId13" Type="http://schemas.openxmlformats.org/officeDocument/2006/relationships/image" Target="../media/image3.png"/><Relationship Id="rId12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4.xml"/><Relationship Id="rId1" Type="http://schemas.openxmlformats.org/officeDocument/2006/relationships/slideLayout" Target="../slideLayouts/slideLayout25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5.xml"/><Relationship Id="rId8" Type="http://schemas.openxmlformats.org/officeDocument/2006/relationships/slideLayout" Target="../slideLayouts/slideLayout44.xml"/><Relationship Id="rId7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2.xml"/><Relationship Id="rId5" Type="http://schemas.openxmlformats.org/officeDocument/2006/relationships/slideLayout" Target="../slideLayouts/slideLayout41.xml"/><Relationship Id="rId4" Type="http://schemas.openxmlformats.org/officeDocument/2006/relationships/slideLayout" Target="../slideLayouts/slideLayout40.xml"/><Relationship Id="rId3" Type="http://schemas.openxmlformats.org/officeDocument/2006/relationships/slideLayout" Target="../slideLayouts/slideLayout39.xml"/><Relationship Id="rId2" Type="http://schemas.openxmlformats.org/officeDocument/2006/relationships/slideLayout" Target="../slideLayouts/slideLayout38.xml"/><Relationship Id="rId14" Type="http://schemas.openxmlformats.org/officeDocument/2006/relationships/theme" Target="../theme/theme4.xml"/><Relationship Id="rId13" Type="http://schemas.openxmlformats.org/officeDocument/2006/relationships/image" Target="../media/image3.png"/><Relationship Id="rId12" Type="http://schemas.openxmlformats.org/officeDocument/2006/relationships/slideLayout" Target="../slideLayouts/slideLayout48.xml"/><Relationship Id="rId11" Type="http://schemas.openxmlformats.org/officeDocument/2006/relationships/slideLayout" Target="../slideLayouts/slideLayout47.xml"/><Relationship Id="rId10" Type="http://schemas.openxmlformats.org/officeDocument/2006/relationships/slideLayout" Target="../slideLayouts/slideLayout46.xml"/><Relationship Id="rId1" Type="http://schemas.openxmlformats.org/officeDocument/2006/relationships/slideLayout" Target="../slideLayouts/slideLayout37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7.xml"/><Relationship Id="rId8" Type="http://schemas.openxmlformats.org/officeDocument/2006/relationships/slideLayout" Target="../slideLayouts/slideLayout56.xml"/><Relationship Id="rId7" Type="http://schemas.openxmlformats.org/officeDocument/2006/relationships/slideLayout" Target="../slideLayouts/slideLayout55.xml"/><Relationship Id="rId6" Type="http://schemas.openxmlformats.org/officeDocument/2006/relationships/slideLayout" Target="../slideLayouts/slideLayout54.xml"/><Relationship Id="rId5" Type="http://schemas.openxmlformats.org/officeDocument/2006/relationships/slideLayout" Target="../slideLayouts/slideLayout53.xml"/><Relationship Id="rId4" Type="http://schemas.openxmlformats.org/officeDocument/2006/relationships/slideLayout" Target="../slideLayouts/slideLayout52.xml"/><Relationship Id="rId3" Type="http://schemas.openxmlformats.org/officeDocument/2006/relationships/slideLayout" Target="../slideLayouts/slideLayout51.xml"/><Relationship Id="rId2" Type="http://schemas.openxmlformats.org/officeDocument/2006/relationships/slideLayout" Target="../slideLayouts/slideLayout50.xml"/><Relationship Id="rId14" Type="http://schemas.openxmlformats.org/officeDocument/2006/relationships/theme" Target="../theme/theme5.xml"/><Relationship Id="rId13" Type="http://schemas.openxmlformats.org/officeDocument/2006/relationships/image" Target="../media/image3.png"/><Relationship Id="rId12" Type="http://schemas.openxmlformats.org/officeDocument/2006/relationships/slideLayout" Target="../slideLayouts/slideLayout60.xml"/><Relationship Id="rId11" Type="http://schemas.openxmlformats.org/officeDocument/2006/relationships/slideLayout" Target="../slideLayouts/slideLayout59.xml"/><Relationship Id="rId10" Type="http://schemas.openxmlformats.org/officeDocument/2006/relationships/slideLayout" Target="../slideLayouts/slideLayout58.xml"/><Relationship Id="rId1" Type="http://schemas.openxmlformats.org/officeDocument/2006/relationships/slideLayout" Target="../slideLayouts/slideLayout49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9.xml"/><Relationship Id="rId8" Type="http://schemas.openxmlformats.org/officeDocument/2006/relationships/slideLayout" Target="../slideLayouts/slideLayout68.xml"/><Relationship Id="rId7" Type="http://schemas.openxmlformats.org/officeDocument/2006/relationships/slideLayout" Target="../slideLayouts/slideLayout67.xml"/><Relationship Id="rId6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5.xml"/><Relationship Id="rId4" Type="http://schemas.openxmlformats.org/officeDocument/2006/relationships/slideLayout" Target="../slideLayouts/slideLayout64.xml"/><Relationship Id="rId3" Type="http://schemas.openxmlformats.org/officeDocument/2006/relationships/slideLayout" Target="../slideLayouts/slideLayout63.xml"/><Relationship Id="rId2" Type="http://schemas.openxmlformats.org/officeDocument/2006/relationships/slideLayout" Target="../slideLayouts/slideLayout62.xml"/><Relationship Id="rId14" Type="http://schemas.openxmlformats.org/officeDocument/2006/relationships/theme" Target="../theme/theme6.xml"/><Relationship Id="rId13" Type="http://schemas.openxmlformats.org/officeDocument/2006/relationships/image" Target="../media/image3.png"/><Relationship Id="rId12" Type="http://schemas.openxmlformats.org/officeDocument/2006/relationships/slideLayout" Target="../slideLayouts/slideLayout72.xml"/><Relationship Id="rId11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70.xml"/><Relationship Id="rId1" Type="http://schemas.openxmlformats.org/officeDocument/2006/relationships/slideLayout" Target="../slideLayouts/slideLayout61.xml"/></Relationships>
</file>

<file path=ppt/slideMasters/_rels/slideMaster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81.xml"/><Relationship Id="rId8" Type="http://schemas.openxmlformats.org/officeDocument/2006/relationships/slideLayout" Target="../slideLayouts/slideLayout80.xml"/><Relationship Id="rId7" Type="http://schemas.openxmlformats.org/officeDocument/2006/relationships/slideLayout" Target="../slideLayouts/slideLayout79.xml"/><Relationship Id="rId6" Type="http://schemas.openxmlformats.org/officeDocument/2006/relationships/slideLayout" Target="../slideLayouts/slideLayout78.xml"/><Relationship Id="rId5" Type="http://schemas.openxmlformats.org/officeDocument/2006/relationships/slideLayout" Target="../slideLayouts/slideLayout77.xml"/><Relationship Id="rId4" Type="http://schemas.openxmlformats.org/officeDocument/2006/relationships/slideLayout" Target="../slideLayouts/slideLayout76.xml"/><Relationship Id="rId3" Type="http://schemas.openxmlformats.org/officeDocument/2006/relationships/slideLayout" Target="../slideLayouts/slideLayout75.xml"/><Relationship Id="rId2" Type="http://schemas.openxmlformats.org/officeDocument/2006/relationships/slideLayout" Target="../slideLayouts/slideLayout74.xml"/><Relationship Id="rId13" Type="http://schemas.openxmlformats.org/officeDocument/2006/relationships/theme" Target="../theme/theme7.xml"/><Relationship Id="rId12" Type="http://schemas.openxmlformats.org/officeDocument/2006/relationships/image" Target="../media/image3.png"/><Relationship Id="rId11" Type="http://schemas.openxmlformats.org/officeDocument/2006/relationships/slideLayout" Target="../slideLayouts/slideLayout83.xml"/><Relationship Id="rId10" Type="http://schemas.openxmlformats.org/officeDocument/2006/relationships/slideLayout" Target="../slideLayouts/slideLayout82.xml"/><Relationship Id="rId1" Type="http://schemas.openxmlformats.org/officeDocument/2006/relationships/slideLayout" Target="../slideLayouts/slideLayout7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4"/>
          <a:tile tx="0" ty="0" sx="100000" sy="100000" flip="none" algn="tl"/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6"/>
          <p:cNvSpPr/>
          <p:nvPr/>
        </p:nvSpPr>
        <p:spPr>
          <a:xfrm>
            <a:off x="0" y="0"/>
            <a:ext cx="751680" cy="6857280"/>
          </a:xfrm>
          <a:prstGeom prst="rect">
            <a:avLst/>
          </a:prstGeom>
          <a:gradFill>
            <a:gsLst>
              <a:gs pos="0">
                <a:srgbClr val="93B3D7"/>
              </a:gs>
              <a:gs pos="50000">
                <a:schemeClr val="accent1"/>
              </a:gs>
              <a:gs pos="100000">
                <a:srgbClr val="E36C09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" name="Google Shape;7;p46"/>
          <p:cNvSpPr/>
          <p:nvPr/>
        </p:nvSpPr>
        <p:spPr>
          <a:xfrm>
            <a:off x="7467480" y="209520"/>
            <a:ext cx="242280" cy="430920"/>
          </a:xfrm>
          <a:custGeom>
            <a:avLst/>
            <a:gdLst/>
            <a:ahLst/>
            <a:cxnLst/>
            <a:rect l="l" t="t" r="r" b="b"/>
            <a:pathLst>
              <a:path w="153" h="272" extrusionOk="0">
                <a:moveTo>
                  <a:pt x="62" y="0"/>
                </a:moveTo>
                <a:lnTo>
                  <a:pt x="0" y="0"/>
                </a:lnTo>
                <a:lnTo>
                  <a:pt x="89" y="136"/>
                </a:lnTo>
                <a:lnTo>
                  <a:pt x="89" y="136"/>
                </a:lnTo>
                <a:lnTo>
                  <a:pt x="0" y="272"/>
                </a:lnTo>
                <a:lnTo>
                  <a:pt x="62" y="272"/>
                </a:lnTo>
                <a:lnTo>
                  <a:pt x="153" y="136"/>
                </a:lnTo>
                <a:lnTo>
                  <a:pt x="62" y="0"/>
                </a:lnTo>
                <a:close/>
              </a:path>
            </a:pathLst>
          </a:custGeom>
          <a:solidFill>
            <a:srgbClr val="538CD5"/>
          </a:solidFill>
          <a:ln>
            <a:noFill/>
          </a:ln>
        </p:spPr>
      </p:sp>
      <p:sp>
        <p:nvSpPr>
          <p:cNvPr id="8" name="Google Shape;8;p46"/>
          <p:cNvSpPr/>
          <p:nvPr/>
        </p:nvSpPr>
        <p:spPr>
          <a:xfrm>
            <a:off x="7677000" y="209520"/>
            <a:ext cx="242280" cy="430920"/>
          </a:xfrm>
          <a:custGeom>
            <a:avLst/>
            <a:gdLst/>
            <a:ahLst/>
            <a:cxnLst/>
            <a:rect l="l" t="t" r="r" b="b"/>
            <a:pathLst>
              <a:path w="153" h="272" extrusionOk="0">
                <a:moveTo>
                  <a:pt x="62" y="0"/>
                </a:moveTo>
                <a:lnTo>
                  <a:pt x="0" y="0"/>
                </a:lnTo>
                <a:lnTo>
                  <a:pt x="89" y="136"/>
                </a:lnTo>
                <a:lnTo>
                  <a:pt x="89" y="136"/>
                </a:lnTo>
                <a:lnTo>
                  <a:pt x="0" y="272"/>
                </a:lnTo>
                <a:lnTo>
                  <a:pt x="62" y="272"/>
                </a:lnTo>
                <a:lnTo>
                  <a:pt x="153" y="136"/>
                </a:lnTo>
                <a:lnTo>
                  <a:pt x="62" y="0"/>
                </a:lnTo>
                <a:close/>
              </a:path>
            </a:pathLst>
          </a:custGeom>
          <a:solidFill>
            <a:srgbClr val="538CD5"/>
          </a:solidFill>
          <a:ln>
            <a:noFill/>
          </a:ln>
        </p:spPr>
      </p:sp>
      <p:sp>
        <p:nvSpPr>
          <p:cNvPr id="9" name="Google Shape;9;p46"/>
          <p:cNvSpPr/>
          <p:nvPr/>
        </p:nvSpPr>
        <p:spPr>
          <a:xfrm>
            <a:off x="7881840" y="209520"/>
            <a:ext cx="242280" cy="430920"/>
          </a:xfrm>
          <a:custGeom>
            <a:avLst/>
            <a:gdLst/>
            <a:ahLst/>
            <a:cxnLst/>
            <a:rect l="l" t="t" r="r" b="b"/>
            <a:pathLst>
              <a:path w="153" h="272" extrusionOk="0">
                <a:moveTo>
                  <a:pt x="62" y="0"/>
                </a:moveTo>
                <a:lnTo>
                  <a:pt x="0" y="0"/>
                </a:lnTo>
                <a:lnTo>
                  <a:pt x="89" y="136"/>
                </a:lnTo>
                <a:lnTo>
                  <a:pt x="89" y="136"/>
                </a:lnTo>
                <a:lnTo>
                  <a:pt x="0" y="272"/>
                </a:lnTo>
                <a:lnTo>
                  <a:pt x="62" y="272"/>
                </a:lnTo>
                <a:lnTo>
                  <a:pt x="153" y="136"/>
                </a:lnTo>
                <a:lnTo>
                  <a:pt x="62" y="0"/>
                </a:lnTo>
                <a:close/>
              </a:path>
            </a:pathLst>
          </a:custGeom>
          <a:solidFill>
            <a:srgbClr val="538CD5"/>
          </a:solidFill>
          <a:ln>
            <a:noFill/>
          </a:ln>
        </p:spPr>
      </p:sp>
      <p:sp>
        <p:nvSpPr>
          <p:cNvPr id="10" name="Google Shape;10;p46"/>
          <p:cNvSpPr txBox="1">
            <a:spLocks noGrp="1"/>
          </p:cNvSpPr>
          <p:nvPr>
            <p:ph type="title"/>
          </p:nvPr>
        </p:nvSpPr>
        <p:spPr>
          <a:xfrm>
            <a:off x="1219320" y="5257800"/>
            <a:ext cx="7238160" cy="1142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 panose="020B0604020202020204"/>
              <a:buNone/>
              <a:defRPr sz="4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46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2"/>
          <a:tile tx="0" ty="0" sx="100000" sy="100000" flip="none" algn="tl"/>
        </a:blip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8"/>
          <p:cNvSpPr/>
          <p:nvPr/>
        </p:nvSpPr>
        <p:spPr>
          <a:xfrm>
            <a:off x="0" y="0"/>
            <a:ext cx="227880" cy="6857280"/>
          </a:xfrm>
          <a:prstGeom prst="rect">
            <a:avLst/>
          </a:prstGeom>
          <a:gradFill>
            <a:gsLst>
              <a:gs pos="0">
                <a:schemeClr val="accent1"/>
              </a:gs>
              <a:gs pos="52000">
                <a:srgbClr val="E36C09"/>
              </a:gs>
              <a:gs pos="100000">
                <a:srgbClr val="974806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1" name="Google Shape;71;p48"/>
          <p:cNvSpPr/>
          <p:nvPr/>
        </p:nvSpPr>
        <p:spPr>
          <a:xfrm>
            <a:off x="0" y="0"/>
            <a:ext cx="227880" cy="6857280"/>
          </a:xfrm>
          <a:prstGeom prst="rect">
            <a:avLst/>
          </a:prstGeom>
          <a:gradFill>
            <a:gsLst>
              <a:gs pos="0">
                <a:srgbClr val="93B3D7"/>
              </a:gs>
              <a:gs pos="50000">
                <a:schemeClr val="accent1"/>
              </a:gs>
              <a:gs pos="100000">
                <a:srgbClr val="E36C09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2" name="Google Shape;72;p48"/>
          <p:cNvSpPr/>
          <p:nvPr/>
        </p:nvSpPr>
        <p:spPr>
          <a:xfrm>
            <a:off x="8453520" y="5715000"/>
            <a:ext cx="242280" cy="430920"/>
          </a:xfrm>
          <a:custGeom>
            <a:avLst/>
            <a:gdLst/>
            <a:ahLst/>
            <a:cxnLst/>
            <a:rect l="l" t="t" r="r" b="b"/>
            <a:pathLst>
              <a:path w="153" h="272" extrusionOk="0">
                <a:moveTo>
                  <a:pt x="62" y="0"/>
                </a:moveTo>
                <a:lnTo>
                  <a:pt x="0" y="0"/>
                </a:lnTo>
                <a:lnTo>
                  <a:pt x="89" y="136"/>
                </a:lnTo>
                <a:lnTo>
                  <a:pt x="89" y="136"/>
                </a:lnTo>
                <a:lnTo>
                  <a:pt x="0" y="272"/>
                </a:lnTo>
                <a:lnTo>
                  <a:pt x="62" y="272"/>
                </a:lnTo>
                <a:lnTo>
                  <a:pt x="153" y="136"/>
                </a:lnTo>
                <a:lnTo>
                  <a:pt x="62" y="0"/>
                </a:lnTo>
                <a:close/>
              </a:path>
            </a:pathLst>
          </a:custGeom>
          <a:solidFill>
            <a:srgbClr val="538CD5"/>
          </a:solidFill>
          <a:ln>
            <a:noFill/>
          </a:ln>
        </p:spPr>
      </p:sp>
      <p:sp>
        <p:nvSpPr>
          <p:cNvPr id="73" name="Google Shape;73;p48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 panose="020B0604020202020204"/>
              <a:buNone/>
              <a:defRPr sz="4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4" name="Google Shape;74;p48"/>
          <p:cNvSpPr txBox="1">
            <a:spLocks noGrp="1"/>
          </p:cNvSpPr>
          <p:nvPr>
            <p:ph type="body" idx="1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3"/>
          <a:tile tx="0" ty="0" sx="100000" sy="100000" flip="none" algn="tl"/>
        </a:blipFill>
        <a:effectLst/>
      </p:bgPr>
    </p:bg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52000">
                <a:srgbClr val="992E2C"/>
              </a:gs>
              <a:gs pos="100000">
                <a:srgbClr val="661F1D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3" name="Google Shape;123;p5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gradFill>
            <a:gsLst>
              <a:gs pos="0">
                <a:srgbClr val="FEAC69"/>
              </a:gs>
              <a:gs pos="50000">
                <a:schemeClr val="accent1"/>
              </a:gs>
              <a:gs pos="100000">
                <a:srgbClr val="992E2C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4" name="Google Shape;124;p50"/>
          <p:cNvSpPr txBox="1">
            <a:spLocks noGrp="1"/>
          </p:cNvSpPr>
          <p:nvPr>
            <p:ph type="title"/>
          </p:nvPr>
        </p:nvSpPr>
        <p:spPr>
          <a:xfrm>
            <a:off x="1219200" y="5257800"/>
            <a:ext cx="7239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Calibri" panose="020F0502020204030204"/>
              <a:buNone/>
              <a:defRPr sz="7200" b="1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25" name="Google Shape;125;p50"/>
          <p:cNvSpPr txBox="1">
            <a:spLocks noGrp="1"/>
          </p:cNvSpPr>
          <p:nvPr>
            <p:ph type="body" idx="1"/>
          </p:nvPr>
        </p:nvSpPr>
        <p:spPr>
          <a:xfrm>
            <a:off x="1219200" y="838200"/>
            <a:ext cx="74676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 panose="020B0604020202020204"/>
              <a:buChar char="»"/>
              <a:defRPr sz="2800" b="0" i="0" u="none" strike="noStrike" cap="none">
                <a:solidFill>
                  <a:schemeClr val="dk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˃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Char char="+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–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»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Char char="&gt;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Char char="+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Char char="»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Char char="−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26" name="Google Shape;126;p50"/>
          <p:cNvSpPr txBox="1">
            <a:spLocks noGrp="1"/>
          </p:cNvSpPr>
          <p:nvPr>
            <p:ph type="ftr" idx="11"/>
          </p:nvPr>
        </p:nvSpPr>
        <p:spPr>
          <a:xfrm>
            <a:off x="1259680" y="6553200"/>
            <a:ext cx="716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C9BAD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27" name="Google Shape;127;p50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200" b="0">
                <a:solidFill>
                  <a:srgbClr val="A59B9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l" rtl="0">
              <a:spcBef>
                <a:spcPts val="0"/>
              </a:spcBef>
              <a:buNone/>
              <a:defRPr sz="1200" b="0">
                <a:solidFill>
                  <a:srgbClr val="A59B9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l" rtl="0">
              <a:spcBef>
                <a:spcPts val="0"/>
              </a:spcBef>
              <a:buNone/>
              <a:defRPr sz="1200" b="0">
                <a:solidFill>
                  <a:srgbClr val="A59B9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l" rtl="0">
              <a:spcBef>
                <a:spcPts val="0"/>
              </a:spcBef>
              <a:buNone/>
              <a:defRPr sz="1200" b="0">
                <a:solidFill>
                  <a:srgbClr val="A59B9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l" rtl="0">
              <a:spcBef>
                <a:spcPts val="0"/>
              </a:spcBef>
              <a:buNone/>
              <a:defRPr sz="1200" b="0">
                <a:solidFill>
                  <a:srgbClr val="A59B9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l" rtl="0">
              <a:spcBef>
                <a:spcPts val="0"/>
              </a:spcBef>
              <a:buNone/>
              <a:defRPr sz="1200" b="0">
                <a:solidFill>
                  <a:srgbClr val="A59B9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l" rtl="0">
              <a:spcBef>
                <a:spcPts val="0"/>
              </a:spcBef>
              <a:buNone/>
              <a:defRPr sz="1200" b="0">
                <a:solidFill>
                  <a:srgbClr val="A59B9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l" rtl="0">
              <a:spcBef>
                <a:spcPts val="0"/>
              </a:spcBef>
              <a:buNone/>
              <a:defRPr sz="1200" b="0">
                <a:solidFill>
                  <a:srgbClr val="A59B9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l" rtl="0">
              <a:spcBef>
                <a:spcPts val="0"/>
              </a:spcBef>
              <a:buNone/>
              <a:defRPr sz="1200" b="0">
                <a:solidFill>
                  <a:srgbClr val="A59B9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128" name="Google Shape;128;p50"/>
          <p:cNvSpPr/>
          <p:nvPr/>
        </p:nvSpPr>
        <p:spPr>
          <a:xfrm>
            <a:off x="8453438" y="5715000"/>
            <a:ext cx="242887" cy="431800"/>
          </a:xfrm>
          <a:custGeom>
            <a:avLst/>
            <a:gdLst/>
            <a:ahLst/>
            <a:cxnLst/>
            <a:rect l="l" t="t" r="r" b="b"/>
            <a:pathLst>
              <a:path w="153" h="272" extrusionOk="0">
                <a:moveTo>
                  <a:pt x="62" y="0"/>
                </a:moveTo>
                <a:lnTo>
                  <a:pt x="0" y="0"/>
                </a:lnTo>
                <a:lnTo>
                  <a:pt x="89" y="136"/>
                </a:lnTo>
                <a:lnTo>
                  <a:pt x="89" y="136"/>
                </a:lnTo>
                <a:lnTo>
                  <a:pt x="0" y="272"/>
                </a:lnTo>
                <a:lnTo>
                  <a:pt x="62" y="272"/>
                </a:lnTo>
                <a:lnTo>
                  <a:pt x="153" y="136"/>
                </a:lnTo>
                <a:lnTo>
                  <a:pt x="62" y="0"/>
                </a:lnTo>
                <a:close/>
              </a:path>
            </a:pathLst>
          </a:custGeom>
          <a:solidFill>
            <a:srgbClr val="A59B9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4D5B6B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9" name="Google Shape;129;p50"/>
          <p:cNvSpPr txBox="1">
            <a:spLocks noGrp="1"/>
          </p:cNvSpPr>
          <p:nvPr>
            <p:ph type="dt" idx="10"/>
          </p:nvPr>
        </p:nvSpPr>
        <p:spPr>
          <a:xfrm rot="-5400000">
            <a:off x="-1198682" y="4821116"/>
            <a:ext cx="262596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0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00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3"/>
          <a:tile tx="0" ty="0" sx="100000" sy="100000" flip="none" algn="tl"/>
        </a:blipFill>
        <a:effectLst/>
      </p:bgPr>
    </p:bg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5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52000">
                <a:srgbClr val="992E2C"/>
              </a:gs>
              <a:gs pos="100000">
                <a:srgbClr val="661F1D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2" name="Google Shape;212;p5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gradFill>
            <a:gsLst>
              <a:gs pos="0">
                <a:srgbClr val="FEAC69"/>
              </a:gs>
              <a:gs pos="50000">
                <a:schemeClr val="accent1"/>
              </a:gs>
              <a:gs pos="100000">
                <a:srgbClr val="992E2C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3" name="Google Shape;213;p52"/>
          <p:cNvSpPr txBox="1">
            <a:spLocks noGrp="1"/>
          </p:cNvSpPr>
          <p:nvPr>
            <p:ph type="title"/>
          </p:nvPr>
        </p:nvSpPr>
        <p:spPr>
          <a:xfrm>
            <a:off x="1219200" y="5257800"/>
            <a:ext cx="7239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Calibri" panose="020F0502020204030204"/>
              <a:buNone/>
              <a:defRPr sz="7200" b="1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14" name="Google Shape;214;p52"/>
          <p:cNvSpPr txBox="1">
            <a:spLocks noGrp="1"/>
          </p:cNvSpPr>
          <p:nvPr>
            <p:ph type="body" idx="1"/>
          </p:nvPr>
        </p:nvSpPr>
        <p:spPr>
          <a:xfrm>
            <a:off x="1219200" y="838200"/>
            <a:ext cx="74676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 panose="020B0604020202020204"/>
              <a:buChar char="»"/>
              <a:defRPr sz="2800" b="0" i="0" u="none" strike="noStrike" cap="none">
                <a:solidFill>
                  <a:schemeClr val="dk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˃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Char char="+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–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»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Char char="&gt;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Char char="+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Char char="»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Char char="−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215" name="Google Shape;215;p52"/>
          <p:cNvSpPr txBox="1">
            <a:spLocks noGrp="1"/>
          </p:cNvSpPr>
          <p:nvPr>
            <p:ph type="ftr" idx="11"/>
          </p:nvPr>
        </p:nvSpPr>
        <p:spPr>
          <a:xfrm>
            <a:off x="1259680" y="6553200"/>
            <a:ext cx="716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C9BAD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216" name="Google Shape;216;p52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200" b="0">
                <a:solidFill>
                  <a:srgbClr val="A59B9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l" rtl="0">
              <a:spcBef>
                <a:spcPts val="0"/>
              </a:spcBef>
              <a:buNone/>
              <a:defRPr sz="1200" b="0">
                <a:solidFill>
                  <a:srgbClr val="A59B9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l" rtl="0">
              <a:spcBef>
                <a:spcPts val="0"/>
              </a:spcBef>
              <a:buNone/>
              <a:defRPr sz="1200" b="0">
                <a:solidFill>
                  <a:srgbClr val="A59B9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l" rtl="0">
              <a:spcBef>
                <a:spcPts val="0"/>
              </a:spcBef>
              <a:buNone/>
              <a:defRPr sz="1200" b="0">
                <a:solidFill>
                  <a:srgbClr val="A59B9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l" rtl="0">
              <a:spcBef>
                <a:spcPts val="0"/>
              </a:spcBef>
              <a:buNone/>
              <a:defRPr sz="1200" b="0">
                <a:solidFill>
                  <a:srgbClr val="A59B9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l" rtl="0">
              <a:spcBef>
                <a:spcPts val="0"/>
              </a:spcBef>
              <a:buNone/>
              <a:defRPr sz="1200" b="0">
                <a:solidFill>
                  <a:srgbClr val="A59B9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l" rtl="0">
              <a:spcBef>
                <a:spcPts val="0"/>
              </a:spcBef>
              <a:buNone/>
              <a:defRPr sz="1200" b="0">
                <a:solidFill>
                  <a:srgbClr val="A59B9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l" rtl="0">
              <a:spcBef>
                <a:spcPts val="0"/>
              </a:spcBef>
              <a:buNone/>
              <a:defRPr sz="1200" b="0">
                <a:solidFill>
                  <a:srgbClr val="A59B9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l" rtl="0">
              <a:spcBef>
                <a:spcPts val="0"/>
              </a:spcBef>
              <a:buNone/>
              <a:defRPr sz="1200" b="0">
                <a:solidFill>
                  <a:srgbClr val="A59B9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217" name="Google Shape;217;p52"/>
          <p:cNvSpPr/>
          <p:nvPr/>
        </p:nvSpPr>
        <p:spPr>
          <a:xfrm>
            <a:off x="8453438" y="5715000"/>
            <a:ext cx="242887" cy="431800"/>
          </a:xfrm>
          <a:custGeom>
            <a:avLst/>
            <a:gdLst/>
            <a:ahLst/>
            <a:cxnLst/>
            <a:rect l="l" t="t" r="r" b="b"/>
            <a:pathLst>
              <a:path w="153" h="272" extrusionOk="0">
                <a:moveTo>
                  <a:pt x="62" y="0"/>
                </a:moveTo>
                <a:lnTo>
                  <a:pt x="0" y="0"/>
                </a:lnTo>
                <a:lnTo>
                  <a:pt x="89" y="136"/>
                </a:lnTo>
                <a:lnTo>
                  <a:pt x="89" y="136"/>
                </a:lnTo>
                <a:lnTo>
                  <a:pt x="0" y="272"/>
                </a:lnTo>
                <a:lnTo>
                  <a:pt x="62" y="272"/>
                </a:lnTo>
                <a:lnTo>
                  <a:pt x="153" y="136"/>
                </a:lnTo>
                <a:lnTo>
                  <a:pt x="62" y="0"/>
                </a:lnTo>
                <a:close/>
              </a:path>
            </a:pathLst>
          </a:custGeom>
          <a:solidFill>
            <a:srgbClr val="A59B9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4D5B6B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8" name="Google Shape;218;p52"/>
          <p:cNvSpPr txBox="1">
            <a:spLocks noGrp="1"/>
          </p:cNvSpPr>
          <p:nvPr>
            <p:ph type="dt" idx="10"/>
          </p:nvPr>
        </p:nvSpPr>
        <p:spPr>
          <a:xfrm rot="-5400000">
            <a:off x="-1198682" y="4821116"/>
            <a:ext cx="262596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0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00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3"/>
          <a:tile tx="0" ty="0" sx="100000" sy="100000" flip="none" algn="tl"/>
        </a:blipFill>
        <a:effectLst/>
      </p:bgPr>
    </p:bg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54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52000">
                <a:srgbClr val="992E2C"/>
              </a:gs>
              <a:gs pos="100000">
                <a:srgbClr val="661F1D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01" name="Google Shape;301;p54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gradFill>
            <a:gsLst>
              <a:gs pos="0">
                <a:srgbClr val="FEAC69"/>
              </a:gs>
              <a:gs pos="50000">
                <a:schemeClr val="accent1"/>
              </a:gs>
              <a:gs pos="100000">
                <a:srgbClr val="992E2C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02" name="Google Shape;302;p54"/>
          <p:cNvSpPr txBox="1">
            <a:spLocks noGrp="1"/>
          </p:cNvSpPr>
          <p:nvPr>
            <p:ph type="title"/>
          </p:nvPr>
        </p:nvSpPr>
        <p:spPr>
          <a:xfrm>
            <a:off x="1219200" y="5257800"/>
            <a:ext cx="7239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Calibri" panose="020F0502020204030204"/>
              <a:buNone/>
              <a:defRPr sz="7200" b="1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03" name="Google Shape;303;p54"/>
          <p:cNvSpPr txBox="1">
            <a:spLocks noGrp="1"/>
          </p:cNvSpPr>
          <p:nvPr>
            <p:ph type="body" idx="1"/>
          </p:nvPr>
        </p:nvSpPr>
        <p:spPr>
          <a:xfrm>
            <a:off x="1219200" y="838200"/>
            <a:ext cx="74676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 panose="020B0604020202020204"/>
              <a:buChar char="»"/>
              <a:defRPr sz="2800" b="0" i="0" u="none" strike="noStrike" cap="none">
                <a:solidFill>
                  <a:schemeClr val="dk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˃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Char char="+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–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»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Char char="&gt;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Char char="+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Char char="»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Char char="−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304" name="Google Shape;304;p54"/>
          <p:cNvSpPr txBox="1">
            <a:spLocks noGrp="1"/>
          </p:cNvSpPr>
          <p:nvPr>
            <p:ph type="ftr" idx="11"/>
          </p:nvPr>
        </p:nvSpPr>
        <p:spPr>
          <a:xfrm>
            <a:off x="1259680" y="6553200"/>
            <a:ext cx="716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C9BAD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305" name="Google Shape;305;p54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200" b="0">
                <a:solidFill>
                  <a:srgbClr val="A59B9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l" rtl="0">
              <a:spcBef>
                <a:spcPts val="0"/>
              </a:spcBef>
              <a:buNone/>
              <a:defRPr sz="1200" b="0">
                <a:solidFill>
                  <a:srgbClr val="A59B9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l" rtl="0">
              <a:spcBef>
                <a:spcPts val="0"/>
              </a:spcBef>
              <a:buNone/>
              <a:defRPr sz="1200" b="0">
                <a:solidFill>
                  <a:srgbClr val="A59B9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l" rtl="0">
              <a:spcBef>
                <a:spcPts val="0"/>
              </a:spcBef>
              <a:buNone/>
              <a:defRPr sz="1200" b="0">
                <a:solidFill>
                  <a:srgbClr val="A59B9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l" rtl="0">
              <a:spcBef>
                <a:spcPts val="0"/>
              </a:spcBef>
              <a:buNone/>
              <a:defRPr sz="1200" b="0">
                <a:solidFill>
                  <a:srgbClr val="A59B9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l" rtl="0">
              <a:spcBef>
                <a:spcPts val="0"/>
              </a:spcBef>
              <a:buNone/>
              <a:defRPr sz="1200" b="0">
                <a:solidFill>
                  <a:srgbClr val="A59B9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l" rtl="0">
              <a:spcBef>
                <a:spcPts val="0"/>
              </a:spcBef>
              <a:buNone/>
              <a:defRPr sz="1200" b="0">
                <a:solidFill>
                  <a:srgbClr val="A59B9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l" rtl="0">
              <a:spcBef>
                <a:spcPts val="0"/>
              </a:spcBef>
              <a:buNone/>
              <a:defRPr sz="1200" b="0">
                <a:solidFill>
                  <a:srgbClr val="A59B9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l" rtl="0">
              <a:spcBef>
                <a:spcPts val="0"/>
              </a:spcBef>
              <a:buNone/>
              <a:defRPr sz="1200" b="0">
                <a:solidFill>
                  <a:srgbClr val="A59B9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306" name="Google Shape;306;p54"/>
          <p:cNvSpPr/>
          <p:nvPr/>
        </p:nvSpPr>
        <p:spPr>
          <a:xfrm>
            <a:off x="8453438" y="5715000"/>
            <a:ext cx="242887" cy="431800"/>
          </a:xfrm>
          <a:custGeom>
            <a:avLst/>
            <a:gdLst/>
            <a:ahLst/>
            <a:cxnLst/>
            <a:rect l="l" t="t" r="r" b="b"/>
            <a:pathLst>
              <a:path w="153" h="272" extrusionOk="0">
                <a:moveTo>
                  <a:pt x="62" y="0"/>
                </a:moveTo>
                <a:lnTo>
                  <a:pt x="0" y="0"/>
                </a:lnTo>
                <a:lnTo>
                  <a:pt x="89" y="136"/>
                </a:lnTo>
                <a:lnTo>
                  <a:pt x="89" y="136"/>
                </a:lnTo>
                <a:lnTo>
                  <a:pt x="0" y="272"/>
                </a:lnTo>
                <a:lnTo>
                  <a:pt x="62" y="272"/>
                </a:lnTo>
                <a:lnTo>
                  <a:pt x="153" y="136"/>
                </a:lnTo>
                <a:lnTo>
                  <a:pt x="62" y="0"/>
                </a:lnTo>
                <a:close/>
              </a:path>
            </a:pathLst>
          </a:custGeom>
          <a:solidFill>
            <a:srgbClr val="A59B9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4D5B6B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07" name="Google Shape;307;p54"/>
          <p:cNvSpPr txBox="1">
            <a:spLocks noGrp="1"/>
          </p:cNvSpPr>
          <p:nvPr>
            <p:ph type="dt" idx="10"/>
          </p:nvPr>
        </p:nvSpPr>
        <p:spPr>
          <a:xfrm rot="-5400000">
            <a:off x="-1198682" y="4821116"/>
            <a:ext cx="262596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0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00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3"/>
          <a:tile tx="0" ty="0" sx="100000" sy="100000" flip="none" algn="tl"/>
        </a:blipFill>
        <a:effectLst/>
      </p:bgPr>
    </p:bg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56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52000">
                <a:srgbClr val="992E2C"/>
              </a:gs>
              <a:gs pos="100000">
                <a:srgbClr val="661F1D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90" name="Google Shape;390;p56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gradFill>
            <a:gsLst>
              <a:gs pos="0">
                <a:srgbClr val="FEAC69"/>
              </a:gs>
              <a:gs pos="50000">
                <a:schemeClr val="accent1"/>
              </a:gs>
              <a:gs pos="100000">
                <a:srgbClr val="992E2C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91" name="Google Shape;391;p56"/>
          <p:cNvSpPr txBox="1">
            <a:spLocks noGrp="1"/>
          </p:cNvSpPr>
          <p:nvPr>
            <p:ph type="title"/>
          </p:nvPr>
        </p:nvSpPr>
        <p:spPr>
          <a:xfrm>
            <a:off x="1219200" y="5257800"/>
            <a:ext cx="7239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Calibri" panose="020F0502020204030204"/>
              <a:buNone/>
              <a:defRPr sz="7200" b="1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92" name="Google Shape;392;p56"/>
          <p:cNvSpPr txBox="1">
            <a:spLocks noGrp="1"/>
          </p:cNvSpPr>
          <p:nvPr>
            <p:ph type="body" idx="1"/>
          </p:nvPr>
        </p:nvSpPr>
        <p:spPr>
          <a:xfrm>
            <a:off x="1219200" y="838200"/>
            <a:ext cx="74676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 panose="020B0604020202020204"/>
              <a:buChar char="»"/>
              <a:defRPr sz="2800" b="0" i="0" u="none" strike="noStrike" cap="none">
                <a:solidFill>
                  <a:schemeClr val="dk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˃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Char char="+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–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»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Char char="&gt;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Char char="+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Char char="»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Char char="−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393" name="Google Shape;393;p56"/>
          <p:cNvSpPr txBox="1">
            <a:spLocks noGrp="1"/>
          </p:cNvSpPr>
          <p:nvPr>
            <p:ph type="ftr" idx="11"/>
          </p:nvPr>
        </p:nvSpPr>
        <p:spPr>
          <a:xfrm>
            <a:off x="1259680" y="6553200"/>
            <a:ext cx="716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C9BAD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394" name="Google Shape;394;p56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200" b="0">
                <a:solidFill>
                  <a:srgbClr val="A59B9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l" rtl="0">
              <a:spcBef>
                <a:spcPts val="0"/>
              </a:spcBef>
              <a:buNone/>
              <a:defRPr sz="1200" b="0">
                <a:solidFill>
                  <a:srgbClr val="A59B9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l" rtl="0">
              <a:spcBef>
                <a:spcPts val="0"/>
              </a:spcBef>
              <a:buNone/>
              <a:defRPr sz="1200" b="0">
                <a:solidFill>
                  <a:srgbClr val="A59B9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l" rtl="0">
              <a:spcBef>
                <a:spcPts val="0"/>
              </a:spcBef>
              <a:buNone/>
              <a:defRPr sz="1200" b="0">
                <a:solidFill>
                  <a:srgbClr val="A59B9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l" rtl="0">
              <a:spcBef>
                <a:spcPts val="0"/>
              </a:spcBef>
              <a:buNone/>
              <a:defRPr sz="1200" b="0">
                <a:solidFill>
                  <a:srgbClr val="A59B9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l" rtl="0">
              <a:spcBef>
                <a:spcPts val="0"/>
              </a:spcBef>
              <a:buNone/>
              <a:defRPr sz="1200" b="0">
                <a:solidFill>
                  <a:srgbClr val="A59B9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l" rtl="0">
              <a:spcBef>
                <a:spcPts val="0"/>
              </a:spcBef>
              <a:buNone/>
              <a:defRPr sz="1200" b="0">
                <a:solidFill>
                  <a:srgbClr val="A59B9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l" rtl="0">
              <a:spcBef>
                <a:spcPts val="0"/>
              </a:spcBef>
              <a:buNone/>
              <a:defRPr sz="1200" b="0">
                <a:solidFill>
                  <a:srgbClr val="A59B9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l" rtl="0">
              <a:spcBef>
                <a:spcPts val="0"/>
              </a:spcBef>
              <a:buNone/>
              <a:defRPr sz="1200" b="0">
                <a:solidFill>
                  <a:srgbClr val="A59B9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395" name="Google Shape;395;p56"/>
          <p:cNvSpPr/>
          <p:nvPr/>
        </p:nvSpPr>
        <p:spPr>
          <a:xfrm>
            <a:off x="8453438" y="5715000"/>
            <a:ext cx="242887" cy="431800"/>
          </a:xfrm>
          <a:custGeom>
            <a:avLst/>
            <a:gdLst/>
            <a:ahLst/>
            <a:cxnLst/>
            <a:rect l="l" t="t" r="r" b="b"/>
            <a:pathLst>
              <a:path w="153" h="272" extrusionOk="0">
                <a:moveTo>
                  <a:pt x="62" y="0"/>
                </a:moveTo>
                <a:lnTo>
                  <a:pt x="0" y="0"/>
                </a:lnTo>
                <a:lnTo>
                  <a:pt x="89" y="136"/>
                </a:lnTo>
                <a:lnTo>
                  <a:pt x="89" y="136"/>
                </a:lnTo>
                <a:lnTo>
                  <a:pt x="0" y="272"/>
                </a:lnTo>
                <a:lnTo>
                  <a:pt x="62" y="272"/>
                </a:lnTo>
                <a:lnTo>
                  <a:pt x="153" y="136"/>
                </a:lnTo>
                <a:lnTo>
                  <a:pt x="62" y="0"/>
                </a:lnTo>
                <a:close/>
              </a:path>
            </a:pathLst>
          </a:custGeom>
          <a:solidFill>
            <a:srgbClr val="A59B9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4D5B6B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96" name="Google Shape;396;p56"/>
          <p:cNvSpPr txBox="1">
            <a:spLocks noGrp="1"/>
          </p:cNvSpPr>
          <p:nvPr>
            <p:ph type="dt" idx="10"/>
          </p:nvPr>
        </p:nvSpPr>
        <p:spPr>
          <a:xfrm rot="-5400000">
            <a:off x="-1198682" y="4821116"/>
            <a:ext cx="262596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000"/>
                                        <p:tgtEl>
                                          <p:spTgt spid="3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00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2"/>
          <a:tile tx="0" ty="0" sx="100000" sy="100000" flip="none" algn="tl"/>
        </a:blipFill>
        <a:effectLst/>
      </p:bgPr>
    </p:bg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58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52000">
                <a:srgbClr val="992E2C"/>
              </a:gs>
              <a:gs pos="100000">
                <a:srgbClr val="661F1D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79" name="Google Shape;479;p58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gradFill>
            <a:gsLst>
              <a:gs pos="0">
                <a:srgbClr val="FEAC69"/>
              </a:gs>
              <a:gs pos="50000">
                <a:schemeClr val="accent1"/>
              </a:gs>
              <a:gs pos="100000">
                <a:srgbClr val="992E2C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80" name="Google Shape;480;p58"/>
          <p:cNvSpPr txBox="1">
            <a:spLocks noGrp="1"/>
          </p:cNvSpPr>
          <p:nvPr>
            <p:ph type="title"/>
          </p:nvPr>
        </p:nvSpPr>
        <p:spPr>
          <a:xfrm>
            <a:off x="1219200" y="5257800"/>
            <a:ext cx="7239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Calibri" panose="020F0502020204030204"/>
              <a:buNone/>
              <a:defRPr sz="7200" b="1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81" name="Google Shape;481;p58"/>
          <p:cNvSpPr txBox="1">
            <a:spLocks noGrp="1"/>
          </p:cNvSpPr>
          <p:nvPr>
            <p:ph type="body" idx="1"/>
          </p:nvPr>
        </p:nvSpPr>
        <p:spPr>
          <a:xfrm>
            <a:off x="1219200" y="838200"/>
            <a:ext cx="74676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 panose="020B0604020202020204"/>
              <a:buChar char="»"/>
              <a:defRPr sz="2800" b="0" i="0" u="none" strike="noStrike" cap="none">
                <a:solidFill>
                  <a:schemeClr val="dk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˃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Char char="+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–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»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Char char="&gt;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Char char="+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Char char="»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Char char="−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482" name="Google Shape;482;p58"/>
          <p:cNvSpPr txBox="1">
            <a:spLocks noGrp="1"/>
          </p:cNvSpPr>
          <p:nvPr>
            <p:ph type="ftr" idx="11"/>
          </p:nvPr>
        </p:nvSpPr>
        <p:spPr>
          <a:xfrm>
            <a:off x="1259680" y="6553200"/>
            <a:ext cx="716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C9BAD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483" name="Google Shape;483;p58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200" b="0">
                <a:solidFill>
                  <a:srgbClr val="A59B9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l" rtl="0">
              <a:spcBef>
                <a:spcPts val="0"/>
              </a:spcBef>
              <a:buNone/>
              <a:defRPr sz="1200" b="0">
                <a:solidFill>
                  <a:srgbClr val="A59B9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l" rtl="0">
              <a:spcBef>
                <a:spcPts val="0"/>
              </a:spcBef>
              <a:buNone/>
              <a:defRPr sz="1200" b="0">
                <a:solidFill>
                  <a:srgbClr val="A59B9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l" rtl="0">
              <a:spcBef>
                <a:spcPts val="0"/>
              </a:spcBef>
              <a:buNone/>
              <a:defRPr sz="1200" b="0">
                <a:solidFill>
                  <a:srgbClr val="A59B9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l" rtl="0">
              <a:spcBef>
                <a:spcPts val="0"/>
              </a:spcBef>
              <a:buNone/>
              <a:defRPr sz="1200" b="0">
                <a:solidFill>
                  <a:srgbClr val="A59B9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l" rtl="0">
              <a:spcBef>
                <a:spcPts val="0"/>
              </a:spcBef>
              <a:buNone/>
              <a:defRPr sz="1200" b="0">
                <a:solidFill>
                  <a:srgbClr val="A59B9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l" rtl="0">
              <a:spcBef>
                <a:spcPts val="0"/>
              </a:spcBef>
              <a:buNone/>
              <a:defRPr sz="1200" b="0">
                <a:solidFill>
                  <a:srgbClr val="A59B9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l" rtl="0">
              <a:spcBef>
                <a:spcPts val="0"/>
              </a:spcBef>
              <a:buNone/>
              <a:defRPr sz="1200" b="0">
                <a:solidFill>
                  <a:srgbClr val="A59B9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l" rtl="0">
              <a:spcBef>
                <a:spcPts val="0"/>
              </a:spcBef>
              <a:buNone/>
              <a:defRPr sz="1200" b="0">
                <a:solidFill>
                  <a:srgbClr val="A59B9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484" name="Google Shape;484;p58"/>
          <p:cNvSpPr/>
          <p:nvPr/>
        </p:nvSpPr>
        <p:spPr>
          <a:xfrm>
            <a:off x="8453438" y="5715000"/>
            <a:ext cx="242887" cy="431800"/>
          </a:xfrm>
          <a:custGeom>
            <a:avLst/>
            <a:gdLst/>
            <a:ahLst/>
            <a:cxnLst/>
            <a:rect l="l" t="t" r="r" b="b"/>
            <a:pathLst>
              <a:path w="153" h="272" extrusionOk="0">
                <a:moveTo>
                  <a:pt x="62" y="0"/>
                </a:moveTo>
                <a:lnTo>
                  <a:pt x="0" y="0"/>
                </a:lnTo>
                <a:lnTo>
                  <a:pt x="89" y="136"/>
                </a:lnTo>
                <a:lnTo>
                  <a:pt x="89" y="136"/>
                </a:lnTo>
                <a:lnTo>
                  <a:pt x="0" y="272"/>
                </a:lnTo>
                <a:lnTo>
                  <a:pt x="62" y="272"/>
                </a:lnTo>
                <a:lnTo>
                  <a:pt x="153" y="136"/>
                </a:lnTo>
                <a:lnTo>
                  <a:pt x="62" y="0"/>
                </a:lnTo>
                <a:close/>
              </a:path>
            </a:pathLst>
          </a:custGeom>
          <a:solidFill>
            <a:srgbClr val="A59B9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4D5B6B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85" name="Google Shape;485;p58"/>
          <p:cNvSpPr txBox="1">
            <a:spLocks noGrp="1"/>
          </p:cNvSpPr>
          <p:nvPr>
            <p:ph type="dt" idx="10"/>
          </p:nvPr>
        </p:nvSpPr>
        <p:spPr>
          <a:xfrm rot="-5400000">
            <a:off x="-1198682" y="4821116"/>
            <a:ext cx="262596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000"/>
                                        <p:tgtEl>
                                          <p:spTgt spid="4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000"/>
                                          </p:stCondLst>
                                        </p:cTn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4.png"/><Relationship Id="rId1" Type="http://schemas.openxmlformats.org/officeDocument/2006/relationships/hyperlink" Target="mailto:nazia.perwaiz@seecs.edu.pk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4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4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9.wmf"/><Relationship Id="rId1" Type="http://schemas.openxmlformats.org/officeDocument/2006/relationships/oleObject" Target="../embeddings/oleObject1.bin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10.wmf"/><Relationship Id="rId1" Type="http://schemas.openxmlformats.org/officeDocument/2006/relationships/oleObject" Target="../embeddings/oleObject2.bin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11.wmf"/><Relationship Id="rId1" Type="http://schemas.openxmlformats.org/officeDocument/2006/relationships/oleObject" Target="../embeddings/oleObject3.bin"/></Relationships>
</file>

<file path=ppt/slides/_rels/slide18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4.vml"/><Relationship Id="rId5" Type="http://schemas.openxmlformats.org/officeDocument/2006/relationships/slideLayout" Target="../slideLayouts/slideLayout15.xml"/><Relationship Id="rId4" Type="http://schemas.openxmlformats.org/officeDocument/2006/relationships/image" Target="../media/image13.wmf"/><Relationship Id="rId3" Type="http://schemas.openxmlformats.org/officeDocument/2006/relationships/oleObject" Target="../embeddings/oleObject5.bin"/><Relationship Id="rId2" Type="http://schemas.openxmlformats.org/officeDocument/2006/relationships/image" Target="../media/image12.wmf"/><Relationship Id="rId1" Type="http://schemas.openxmlformats.org/officeDocument/2006/relationships/oleObject" Target="../embeddings/oleObject4.bin"/></Relationships>
</file>

<file path=ppt/slides/_rels/slide19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5.vml"/><Relationship Id="rId5" Type="http://schemas.openxmlformats.org/officeDocument/2006/relationships/slideLayout" Target="../slideLayouts/slideLayout15.xml"/><Relationship Id="rId4" Type="http://schemas.openxmlformats.org/officeDocument/2006/relationships/image" Target="../media/image15.wmf"/><Relationship Id="rId3" Type="http://schemas.openxmlformats.org/officeDocument/2006/relationships/oleObject" Target="../embeddings/oleObject7.bin"/><Relationship Id="rId2" Type="http://schemas.openxmlformats.org/officeDocument/2006/relationships/image" Target="../media/image14.wmf"/><Relationship Id="rId1" Type="http://schemas.openxmlformats.org/officeDocument/2006/relationships/oleObject" Target="../embeddings/oleObject6.bin"/></Relationships>
</file>

<file path=ppt/slides/_rels/slide20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6.vml"/><Relationship Id="rId5" Type="http://schemas.openxmlformats.org/officeDocument/2006/relationships/slideLayout" Target="../slideLayouts/slideLayout15.xml"/><Relationship Id="rId4" Type="http://schemas.openxmlformats.org/officeDocument/2006/relationships/image" Target="../media/image17.wmf"/><Relationship Id="rId3" Type="http://schemas.openxmlformats.org/officeDocument/2006/relationships/oleObject" Target="../embeddings/oleObject9.bin"/><Relationship Id="rId2" Type="http://schemas.openxmlformats.org/officeDocument/2006/relationships/image" Target="../media/image16.wmf"/><Relationship Id="rId1" Type="http://schemas.openxmlformats.org/officeDocument/2006/relationships/oleObject" Target="../embeddings/oleObject8.bin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25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7.xml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49.xml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3.xml"/><Relationship Id="rId3" Type="http://schemas.openxmlformats.org/officeDocument/2006/relationships/slideLayout" Target="../slideLayouts/slideLayout61.xml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73.xml"/><Relationship Id="rId1" Type="http://schemas.openxmlformats.org/officeDocument/2006/relationships/image" Target="../media/image24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73.xml"/><Relationship Id="rId1" Type="http://schemas.openxmlformats.org/officeDocument/2006/relationships/image" Target="../media/image25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73.xml"/><Relationship Id="rId1" Type="http://schemas.openxmlformats.org/officeDocument/2006/relationships/image" Target="../media/image27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334430419e7_0_0"/>
          <p:cNvSpPr txBox="1">
            <a:spLocks noGrp="1"/>
          </p:cNvSpPr>
          <p:nvPr>
            <p:ph type="ctrTitle"/>
          </p:nvPr>
        </p:nvSpPr>
        <p:spPr>
          <a:xfrm>
            <a:off x="990600" y="685800"/>
            <a:ext cx="79248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Calibri" panose="020F0502020204030204"/>
              <a:buNone/>
            </a:pPr>
            <a:r>
              <a:rPr lang="en-US" sz="3600">
                <a:solidFill>
                  <a:srgbClr val="C00000"/>
                </a:solidFill>
              </a:rPr>
              <a:t>CS212: Object-Oriented Programming</a:t>
            </a:r>
            <a:endParaRPr lang="en-US" sz="3600">
              <a:solidFill>
                <a:srgbClr val="C00000"/>
              </a:solidFill>
            </a:endParaRPr>
          </a:p>
        </p:txBody>
      </p:sp>
      <p:sp>
        <p:nvSpPr>
          <p:cNvPr id="572" name="Google Shape;572;g334430419e7_0_0"/>
          <p:cNvSpPr txBox="1">
            <a:spLocks noGrp="1"/>
          </p:cNvSpPr>
          <p:nvPr>
            <p:ph type="subTitle" idx="1"/>
          </p:nvPr>
        </p:nvSpPr>
        <p:spPr>
          <a:xfrm>
            <a:off x="990600" y="1752600"/>
            <a:ext cx="67818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200"/>
              <a:buNone/>
            </a:pPr>
            <a:r>
              <a:rPr lang="en-US" sz="3200">
                <a:solidFill>
                  <a:srgbClr val="0070C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Introduction</a:t>
            </a:r>
            <a:endParaRPr lang="en-US" sz="3200">
              <a:solidFill>
                <a:srgbClr val="0070C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73" name="Google Shape;573;g334430419e7_0_0"/>
          <p:cNvSpPr txBox="1"/>
          <p:nvPr/>
        </p:nvSpPr>
        <p:spPr>
          <a:xfrm>
            <a:off x="990600" y="5105400"/>
            <a:ext cx="7772400" cy="14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FACBA"/>
              </a:buClr>
              <a:buSzPct val="100000"/>
              <a:buFont typeface="Noto Sans Symbols"/>
              <a:buNone/>
            </a:pPr>
            <a:endParaRPr sz="1400" dirty="0">
              <a:solidFill>
                <a:schemeClr val="dk2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715"/>
              </a:spcBef>
              <a:spcAft>
                <a:spcPts val="0"/>
              </a:spcAft>
              <a:buClr>
                <a:srgbClr val="9FACBA"/>
              </a:buClr>
              <a:buSzPct val="100000"/>
              <a:buFont typeface="Noto Sans Symbols"/>
              <a:buNone/>
            </a:pPr>
            <a:r>
              <a:rPr lang="en-US" sz="4200" b="1" dirty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Ayesha Kanwal</a:t>
            </a:r>
            <a:endParaRPr sz="3300" b="1" dirty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spcBef>
                <a:spcPts val="410"/>
              </a:spcBef>
              <a:spcAft>
                <a:spcPts val="0"/>
              </a:spcAft>
              <a:buClr>
                <a:srgbClr val="9FACBA"/>
              </a:buClr>
              <a:buSzPct val="100000"/>
              <a:buFont typeface="Noto Sans Symbols"/>
              <a:buNone/>
            </a:pPr>
            <a:r>
              <a:rPr lang="en-US" sz="2400" u="sng" dirty="0">
                <a:solidFill>
                  <a:schemeClr val="hlink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  <a:hlinkClick r:id="rId1"/>
              </a:rPr>
              <a:t>Ayesha.kanwal@seecs.edu.pk</a:t>
            </a:r>
            <a:endParaRPr sz="2400" dirty="0">
              <a:solidFill>
                <a:schemeClr val="dk2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410"/>
              </a:spcBef>
              <a:spcAft>
                <a:spcPts val="0"/>
              </a:spcAft>
              <a:buClr>
                <a:srgbClr val="9FACBA"/>
              </a:buClr>
              <a:buSzPct val="100000"/>
              <a:buFont typeface="Noto Sans Symbols"/>
              <a:buNone/>
            </a:pPr>
            <a:r>
              <a:rPr lang="en-US" sz="2400" dirty="0">
                <a:solidFill>
                  <a:schemeClr val="dk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Slides Courtesy (Dr Nazia </a:t>
            </a:r>
            <a:r>
              <a:rPr lang="en-US" sz="2400" dirty="0" err="1">
                <a:solidFill>
                  <a:schemeClr val="dk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Perwaiz</a:t>
            </a:r>
            <a:r>
              <a:rPr lang="en-US" sz="2400" dirty="0">
                <a:solidFill>
                  <a:schemeClr val="dk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)</a:t>
            </a:r>
            <a:endParaRPr sz="1400" dirty="0">
              <a:solidFill>
                <a:schemeClr val="dk2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574" name="Google Shape;574;g334430419e7_0_0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648450" y="5019675"/>
            <a:ext cx="2495550" cy="1838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g3350d069d70_0_10"/>
          <p:cNvSpPr/>
          <p:nvPr/>
        </p:nvSpPr>
        <p:spPr>
          <a:xfrm>
            <a:off x="685800" y="1114097"/>
            <a:ext cx="7848000" cy="54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635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675D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 this </a:t>
            </a:r>
            <a:r>
              <a:rPr lang="en-US" sz="2400">
                <a:solidFill>
                  <a:srgbClr val="675D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week</a:t>
            </a:r>
            <a:r>
              <a:rPr lang="en-US" sz="2400" b="0" i="0" u="none" strike="noStrike" cap="none">
                <a:solidFill>
                  <a:srgbClr val="675D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you will learn: </a:t>
            </a:r>
            <a:endParaRPr lang="en-US" sz="2400" b="0" i="0" u="none" strike="noStrike" cap="none">
              <a:solidFill>
                <a:srgbClr val="675D5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marR="0" lvl="0" indent="-342265" algn="l" rtl="0">
              <a:spcBef>
                <a:spcPts val="0"/>
              </a:spcBef>
              <a:spcAft>
                <a:spcPts val="0"/>
              </a:spcAft>
              <a:buClr>
                <a:srgbClr val="675D59"/>
              </a:buClr>
              <a:buSzPts val="2400"/>
              <a:buFont typeface="Arial" panose="020B0604020202020204"/>
              <a:buChar char="»"/>
            </a:pPr>
            <a:r>
              <a:rPr lang="en-US" sz="2400" b="0" i="0" u="none" strike="noStrike" cap="none">
                <a:solidFill>
                  <a:srgbClr val="675D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What are </a:t>
            </a:r>
            <a:r>
              <a:rPr lang="en-US" sz="2400" b="0" i="0" u="none" strike="noStrike" cap="none">
                <a:solidFill>
                  <a:srgbClr val="1155CC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classes, objects, methods and instance variables.</a:t>
            </a:r>
            <a:r>
              <a:rPr lang="en-US" sz="2400" b="0" i="0" u="none" strike="noStrike" cap="none">
                <a:solidFill>
                  <a:srgbClr val="675D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sz="2400" b="0" i="0" u="none" strike="noStrike" cap="none">
              <a:solidFill>
                <a:srgbClr val="675D5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marR="0" lvl="0" indent="-342265" algn="l" rtl="0">
              <a:spcBef>
                <a:spcPts val="0"/>
              </a:spcBef>
              <a:spcAft>
                <a:spcPts val="0"/>
              </a:spcAft>
              <a:buClr>
                <a:srgbClr val="675D59"/>
              </a:buClr>
              <a:buSzPts val="2400"/>
              <a:buFont typeface="Arial" panose="020B0604020202020204"/>
              <a:buChar char="»"/>
            </a:pPr>
            <a:r>
              <a:rPr lang="en-US" sz="2400" b="0" i="0" u="none" strike="noStrike" cap="none">
                <a:solidFill>
                  <a:srgbClr val="675D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How to </a:t>
            </a:r>
            <a:r>
              <a:rPr lang="en-US" sz="2400" b="0" i="0" u="none" strike="noStrike" cap="none">
                <a:solidFill>
                  <a:srgbClr val="0070C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declare a class</a:t>
            </a:r>
            <a:r>
              <a:rPr lang="en-US" sz="2400" b="0" i="0" u="none" strike="noStrike" cap="none">
                <a:solidFill>
                  <a:srgbClr val="675D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and use it to </a:t>
            </a:r>
            <a:r>
              <a:rPr lang="en-US" sz="2400" b="0" i="0" u="none" strike="noStrike" cap="none">
                <a:solidFill>
                  <a:srgbClr val="0070C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create an object.</a:t>
            </a:r>
            <a:r>
              <a:rPr lang="en-US" sz="2400" b="0" i="0" u="none" strike="noStrike" cap="none">
                <a:solidFill>
                  <a:srgbClr val="675D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 </a:t>
            </a:r>
            <a:endParaRPr lang="en-US" sz="2400" b="0" i="0" u="none" strike="noStrike" cap="none">
              <a:solidFill>
                <a:srgbClr val="675D5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marR="0" lvl="0" indent="-342265" algn="l" rtl="0">
              <a:spcBef>
                <a:spcPts val="0"/>
              </a:spcBef>
              <a:spcAft>
                <a:spcPts val="0"/>
              </a:spcAft>
              <a:buClr>
                <a:srgbClr val="675D59"/>
              </a:buClr>
              <a:buSzPts val="2400"/>
              <a:buFont typeface="Arial" panose="020B0604020202020204"/>
              <a:buChar char="»"/>
            </a:pPr>
            <a:r>
              <a:rPr lang="en-US" sz="2400" b="0" i="0" u="none" strike="noStrike" cap="none">
                <a:solidFill>
                  <a:srgbClr val="675D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How to </a:t>
            </a:r>
            <a:r>
              <a:rPr lang="en-US" sz="2400" b="0" i="0" u="none" strike="noStrike" cap="none">
                <a:solidFill>
                  <a:srgbClr val="0070C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declare methods</a:t>
            </a:r>
            <a:r>
              <a:rPr lang="en-US" sz="2400" b="0" i="0" u="none" strike="noStrike" cap="none">
                <a:solidFill>
                  <a:srgbClr val="675D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in a class to implement the class's behaviors. </a:t>
            </a:r>
            <a:endParaRPr lang="en-US" sz="2400" b="0" i="0" u="none" strike="noStrike" cap="none">
              <a:solidFill>
                <a:srgbClr val="675D5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marR="0" lvl="0" indent="-342265" algn="l" rtl="0">
              <a:spcBef>
                <a:spcPts val="0"/>
              </a:spcBef>
              <a:spcAft>
                <a:spcPts val="0"/>
              </a:spcAft>
              <a:buClr>
                <a:srgbClr val="675D59"/>
              </a:buClr>
              <a:buSzPts val="2400"/>
              <a:buFont typeface="Arial" panose="020B0604020202020204"/>
              <a:buChar char="»"/>
            </a:pPr>
            <a:r>
              <a:rPr lang="en-US" sz="2400" b="0" i="0" u="none" strike="noStrike" cap="none">
                <a:solidFill>
                  <a:srgbClr val="675D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How to </a:t>
            </a:r>
            <a:r>
              <a:rPr lang="en-US" sz="2400" b="0" i="0" u="none" strike="noStrike" cap="none">
                <a:solidFill>
                  <a:srgbClr val="0070C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declare instance variables</a:t>
            </a:r>
            <a:r>
              <a:rPr lang="en-US" sz="2400" b="0" i="0" u="none" strike="noStrike" cap="none">
                <a:solidFill>
                  <a:srgbClr val="675D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in a class to implement the class's attributes. </a:t>
            </a:r>
            <a:endParaRPr lang="en-US" sz="2400" b="0" i="0" u="none" strike="noStrike" cap="none">
              <a:solidFill>
                <a:srgbClr val="675D5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marR="0" lvl="0" indent="-342265" algn="l" rtl="0">
              <a:spcBef>
                <a:spcPts val="0"/>
              </a:spcBef>
              <a:spcAft>
                <a:spcPts val="0"/>
              </a:spcAft>
              <a:buClr>
                <a:srgbClr val="675D59"/>
              </a:buClr>
              <a:buSzPts val="2400"/>
              <a:buFont typeface="Arial" panose="020B0604020202020204"/>
              <a:buChar char="»"/>
            </a:pPr>
            <a:r>
              <a:rPr lang="en-US" sz="2400" b="0" i="0" u="none" strike="noStrike" cap="none">
                <a:solidFill>
                  <a:srgbClr val="675D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How to </a:t>
            </a:r>
            <a:r>
              <a:rPr lang="en-US" sz="2400" b="0" i="0" u="none" strike="noStrike" cap="none">
                <a:solidFill>
                  <a:srgbClr val="0070C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call an object's method</a:t>
            </a:r>
            <a:r>
              <a:rPr lang="en-US" sz="2400" b="0" i="0" u="none" strike="noStrike" cap="none">
                <a:solidFill>
                  <a:srgbClr val="675D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to make that method perform its task. </a:t>
            </a:r>
            <a:endParaRPr lang="en-US" sz="2400" b="0" i="0" u="none" strike="noStrike" cap="none">
              <a:solidFill>
                <a:srgbClr val="675D5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marR="0" lvl="0" indent="-342265" algn="l" rtl="0">
              <a:spcBef>
                <a:spcPts val="0"/>
              </a:spcBef>
              <a:spcAft>
                <a:spcPts val="0"/>
              </a:spcAft>
              <a:buClr>
                <a:srgbClr val="675D59"/>
              </a:buClr>
              <a:buSzPts val="2400"/>
              <a:buFont typeface="Arial" panose="020B0604020202020204"/>
              <a:buChar char="»"/>
            </a:pPr>
            <a:r>
              <a:rPr lang="en-US" sz="2400" b="0" i="0" u="none" strike="noStrike" cap="none">
                <a:solidFill>
                  <a:srgbClr val="675D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</a:t>
            </a:r>
            <a:r>
              <a:rPr lang="en-US" sz="2400" b="0" i="0" u="none" strike="noStrike" cap="none">
                <a:solidFill>
                  <a:srgbClr val="0070C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differences between instance variables of a class</a:t>
            </a:r>
            <a:r>
              <a:rPr lang="en-US" sz="2400" b="0" i="0" u="none" strike="noStrike" cap="none">
                <a:solidFill>
                  <a:srgbClr val="675D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and </a:t>
            </a:r>
            <a:r>
              <a:rPr lang="en-US" sz="2400" b="0" i="0" u="none" strike="noStrike" cap="none">
                <a:solidFill>
                  <a:srgbClr val="0070C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local variables of a method. </a:t>
            </a:r>
            <a:endParaRPr>
              <a:solidFill>
                <a:srgbClr val="0070C0"/>
              </a:solidFill>
            </a:endParaRPr>
          </a:p>
          <a:p>
            <a:pPr marL="342900" marR="0" lvl="0" indent="-342265" algn="l" rtl="0">
              <a:spcBef>
                <a:spcPts val="0"/>
              </a:spcBef>
              <a:spcAft>
                <a:spcPts val="0"/>
              </a:spcAft>
              <a:buClr>
                <a:srgbClr val="675D59"/>
              </a:buClr>
              <a:buSzPts val="2400"/>
              <a:buFont typeface="Arial" panose="020B0604020202020204"/>
              <a:buChar char="»"/>
            </a:pPr>
            <a:r>
              <a:rPr lang="en-US" sz="2400" b="0" i="0" u="none" strike="noStrike" cap="none">
                <a:solidFill>
                  <a:srgbClr val="675D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How to </a:t>
            </a:r>
            <a:r>
              <a:rPr lang="en-US" sz="2400" b="0" i="0" u="none" strike="noStrike" cap="none">
                <a:solidFill>
                  <a:srgbClr val="0070C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use a constructor</a:t>
            </a:r>
            <a:r>
              <a:rPr lang="en-US" sz="2400" b="0" i="0" u="none" strike="noStrike" cap="none">
                <a:solidFill>
                  <a:srgbClr val="675D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to ensure that an object's data is initialized when the object is created. </a:t>
            </a:r>
            <a:endParaRPr lang="en-US" sz="2400" b="0" i="0" u="none" strike="noStrike" cap="none">
              <a:solidFill>
                <a:srgbClr val="675D5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marR="0" lvl="0" indent="-342265" algn="l" rtl="0">
              <a:spcBef>
                <a:spcPts val="0"/>
              </a:spcBef>
              <a:spcAft>
                <a:spcPts val="0"/>
              </a:spcAft>
              <a:buClr>
                <a:srgbClr val="675D59"/>
              </a:buClr>
              <a:buSzPts val="2400"/>
              <a:buFont typeface="Arial" panose="020B0604020202020204"/>
              <a:buChar char="»"/>
            </a:pPr>
            <a:r>
              <a:rPr lang="en-US" sz="2400" b="0" i="0" u="none" strike="noStrike" cap="none">
                <a:solidFill>
                  <a:srgbClr val="675D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</a:t>
            </a:r>
            <a:r>
              <a:rPr lang="en-US" sz="2400" b="0" i="0" u="none" strike="noStrike" cap="none">
                <a:solidFill>
                  <a:srgbClr val="0070C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differences between primitive and reference types</a:t>
            </a:r>
            <a:r>
              <a:rPr lang="en-US" sz="2400" b="0" i="0" u="none" strike="noStrike" cap="none">
                <a:solidFill>
                  <a:srgbClr val="675D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. </a:t>
            </a:r>
            <a:endParaRPr lang="en-US" sz="2400" b="0" i="0" u="none" strike="noStrike" cap="none">
              <a:solidFill>
                <a:srgbClr val="675D5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80" name="Google Shape;580;g3350d069d70_0_10"/>
          <p:cNvSpPr/>
          <p:nvPr/>
        </p:nvSpPr>
        <p:spPr>
          <a:xfrm>
            <a:off x="533525" y="304924"/>
            <a:ext cx="8152500" cy="80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small">
                <a:solidFill>
                  <a:srgbClr val="C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Objectives</a:t>
            </a:r>
            <a:endParaRPr lang="en-US" sz="3200" b="1" i="0" u="none" strike="noStrike" cap="small">
              <a:solidFill>
                <a:srgbClr val="C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3"/>
          <p:cNvSpPr/>
          <p:nvPr/>
        </p:nvSpPr>
        <p:spPr>
          <a:xfrm>
            <a:off x="685800" y="1295280"/>
            <a:ext cx="7848000" cy="5105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342900" marR="0" lvl="0" indent="-34226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75D59"/>
              </a:buClr>
              <a:buSzPts val="2400"/>
              <a:buFont typeface="Arial" panose="020B0604020202020204"/>
              <a:buChar char="»"/>
            </a:pPr>
            <a:r>
              <a:rPr lang="en-US" sz="2400" b="0" i="0" u="none" strike="noStrike" cap="none" dirty="0">
                <a:solidFill>
                  <a:srgbClr val="675D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Object-oriented programming (OOP) involves programming using objects. </a:t>
            </a:r>
            <a:endParaRPr sz="16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marR="0" lvl="0" indent="-34226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75D59"/>
              </a:buClr>
              <a:buSzPts val="2400"/>
              <a:buFont typeface="Arial" panose="020B0604020202020204"/>
              <a:buChar char="»"/>
            </a:pPr>
            <a:r>
              <a:rPr lang="en-US" sz="2400" b="0" i="0" u="none" strike="noStrike" cap="none" dirty="0">
                <a:solidFill>
                  <a:srgbClr val="675D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An object represents an </a:t>
            </a:r>
            <a:r>
              <a:rPr lang="en-US" sz="2400" b="0" i="0" u="none" strike="noStrike" cap="none" dirty="0">
                <a:solidFill>
                  <a:srgbClr val="1155CC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entity in the real world</a:t>
            </a:r>
            <a:r>
              <a:rPr lang="en-US" sz="2400" b="0" i="0" u="none" strike="noStrike" cap="none" dirty="0">
                <a:solidFill>
                  <a:srgbClr val="675D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that can be distinctly identified. </a:t>
            </a:r>
            <a:endParaRPr sz="16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marR="0" lvl="0" indent="-34226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75D59"/>
              </a:buClr>
              <a:buSzPts val="2400"/>
              <a:buFont typeface="Arial" panose="020B0604020202020204"/>
              <a:buChar char="»"/>
            </a:pPr>
            <a:r>
              <a:rPr lang="en-US" sz="2400" b="0" i="0" u="none" strike="noStrike" cap="none" dirty="0">
                <a:solidFill>
                  <a:srgbClr val="675D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For example, a student, a desk, a circle, a button, and even a loan can all be viewed as objects. </a:t>
            </a:r>
            <a:endParaRPr sz="16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marR="0" lvl="0" indent="-34226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75D59"/>
              </a:buClr>
              <a:buSzPts val="2400"/>
              <a:buFont typeface="Arial" panose="020B0604020202020204"/>
              <a:buChar char="»"/>
            </a:pPr>
            <a:r>
              <a:rPr lang="en-US" sz="2400" b="0" i="0" u="none" strike="noStrike" cap="none" dirty="0">
                <a:solidFill>
                  <a:srgbClr val="675D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An object has a </a:t>
            </a:r>
            <a:r>
              <a:rPr lang="en-US" sz="2400" b="0" i="0" u="none" strike="noStrike" cap="none" dirty="0">
                <a:solidFill>
                  <a:srgbClr val="0070C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unique identity, state, and behaviors</a:t>
            </a:r>
            <a:r>
              <a:rPr lang="en-US" sz="2400" b="0" i="0" u="none" strike="noStrike" cap="none" dirty="0">
                <a:solidFill>
                  <a:srgbClr val="675D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. </a:t>
            </a:r>
            <a:endParaRPr sz="16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marR="0" lvl="0" indent="-34226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75D59"/>
              </a:buClr>
              <a:buSzPts val="2400"/>
              <a:buFont typeface="Arial" panose="020B0604020202020204"/>
              <a:buChar char="»"/>
            </a:pPr>
            <a:r>
              <a:rPr lang="en-US" sz="2400" b="0" i="0" u="none" strike="noStrike" cap="none" dirty="0">
                <a:solidFill>
                  <a:srgbClr val="675D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state of an object consists of a set of data fields (also known as properties) with their current values. </a:t>
            </a:r>
            <a:endParaRPr sz="16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marR="0" lvl="0" indent="-34226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75D59"/>
              </a:buClr>
              <a:buSzPts val="2400"/>
              <a:buFont typeface="Arial" panose="020B0604020202020204"/>
              <a:buChar char="»"/>
            </a:pPr>
            <a:r>
              <a:rPr lang="en-US" sz="2400" b="0" i="0" u="none" strike="noStrike" cap="none" dirty="0">
                <a:solidFill>
                  <a:srgbClr val="675D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behavior of an object is defined by a set of methods. </a:t>
            </a:r>
            <a:endParaRPr sz="16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87" name="Google Shape;587;p3"/>
          <p:cNvSpPr/>
          <p:nvPr/>
        </p:nvSpPr>
        <p:spPr>
          <a:xfrm>
            <a:off x="533520" y="304920"/>
            <a:ext cx="8152560" cy="9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small">
                <a:solidFill>
                  <a:srgbClr val="C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OO Programming Concepts</a:t>
            </a:r>
            <a:endParaRPr lang="en-US" sz="3200" b="1" i="0" u="none" strike="noStrike" cap="small">
              <a:solidFill>
                <a:srgbClr val="C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88" name="Google Shape;588;p3"/>
          <p:cNvSpPr/>
          <p:nvPr/>
        </p:nvSpPr>
        <p:spPr>
          <a:xfrm>
            <a:off x="8686800" y="5740560"/>
            <a:ext cx="38016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A79D9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8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4"/>
          <p:cNvSpPr/>
          <p:nvPr/>
        </p:nvSpPr>
        <p:spPr>
          <a:xfrm>
            <a:off x="685800" y="1295280"/>
            <a:ext cx="7848000" cy="4494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342900" marR="0" lvl="0" indent="-342265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675D59"/>
              </a:buClr>
              <a:buSzPts val="3200"/>
              <a:buFont typeface="Arial" panose="020B0604020202020204"/>
              <a:buChar char="»"/>
            </a:pPr>
            <a:r>
              <a:rPr lang="en-US" sz="3200" b="0" i="0" u="none" strike="noStrike" cap="none">
                <a:solidFill>
                  <a:srgbClr val="675D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An object has both a state and behavior. </a:t>
            </a:r>
            <a:endParaRPr sz="20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42950" marR="0" lvl="1" indent="-285115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4D5B6B"/>
              </a:buClr>
              <a:buSzPts val="2400"/>
              <a:buFont typeface="Arial" panose="020B0604020202020204"/>
              <a:buChar char="˃"/>
            </a:pPr>
            <a:r>
              <a:rPr lang="en-US" sz="2400" b="0" i="0" u="none" strike="noStrike" cap="none">
                <a:solidFill>
                  <a:srgbClr val="1155CC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state </a:t>
            </a:r>
            <a:r>
              <a:rPr lang="en-US" sz="2400" b="0" i="0" u="none" strike="noStrike" cap="none">
                <a:solidFill>
                  <a:srgbClr val="4D5B6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defines the object, and </a:t>
            </a:r>
            <a:endParaRPr sz="2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742950" marR="0" lvl="1" indent="-285115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4D5B6B"/>
              </a:buClr>
              <a:buSzPts val="2400"/>
              <a:buFont typeface="Arial" panose="020B0604020202020204"/>
              <a:buChar char="˃"/>
            </a:pPr>
            <a:r>
              <a:rPr lang="en-US" sz="2400" b="0" i="0" u="none" strike="noStrike" cap="none">
                <a:solidFill>
                  <a:srgbClr val="1155CC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behavior</a:t>
            </a:r>
            <a:r>
              <a:rPr lang="en-US" sz="2400" b="0" i="0" u="none" strike="noStrike" cap="none">
                <a:solidFill>
                  <a:srgbClr val="4D5B6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defines what the object does.</a:t>
            </a:r>
            <a:endParaRPr lang="en-US" sz="2400" b="0" i="0" u="none" strike="noStrike" cap="none">
              <a:solidFill>
                <a:srgbClr val="4D5B6B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marR="0" lvl="0" indent="-18986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5D59"/>
              </a:buClr>
              <a:buSzPts val="2400"/>
              <a:buFont typeface="Arial" panose="020B0604020202020204"/>
              <a:buNone/>
            </a:pPr>
            <a:endParaRPr sz="2400" b="0" i="0" u="none" strike="noStrike" cap="none">
              <a:solidFill>
                <a:srgbClr val="4D5B6B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742950" marR="0" lvl="1" indent="-13271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5B6B"/>
              </a:buClr>
              <a:buSzPts val="2400"/>
              <a:buFont typeface="Arial" panose="020B0604020202020204"/>
              <a:buNone/>
            </a:pPr>
            <a:endParaRPr sz="2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94" name="Google Shape;594;p4"/>
          <p:cNvSpPr/>
          <p:nvPr/>
        </p:nvSpPr>
        <p:spPr>
          <a:xfrm>
            <a:off x="533520" y="304920"/>
            <a:ext cx="8152560" cy="9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small">
                <a:solidFill>
                  <a:srgbClr val="C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Objects</a:t>
            </a:r>
            <a:endParaRPr lang="en-US" sz="3200" b="1" i="0" u="none" strike="noStrike" cap="small">
              <a:solidFill>
                <a:srgbClr val="C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95" name="Google Shape;595;p4"/>
          <p:cNvSpPr/>
          <p:nvPr/>
        </p:nvSpPr>
        <p:spPr>
          <a:xfrm>
            <a:off x="8686800" y="5740560"/>
            <a:ext cx="38016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A79D9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8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5"/>
          <p:cNvSpPr/>
          <p:nvPr/>
        </p:nvSpPr>
        <p:spPr>
          <a:xfrm>
            <a:off x="685800" y="1295280"/>
            <a:ext cx="7848000" cy="4494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01" name="Google Shape;601;p5"/>
          <p:cNvSpPr/>
          <p:nvPr/>
        </p:nvSpPr>
        <p:spPr>
          <a:xfrm>
            <a:off x="533520" y="304920"/>
            <a:ext cx="8152560" cy="9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small">
                <a:solidFill>
                  <a:srgbClr val="C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 class template</a:t>
            </a:r>
            <a:endParaRPr lang="en-US" sz="3200" b="1" i="0" u="none" strike="noStrike" cap="small">
              <a:solidFill>
                <a:srgbClr val="C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02" name="Google Shape;602;p5"/>
          <p:cNvSpPr/>
          <p:nvPr/>
        </p:nvSpPr>
        <p:spPr>
          <a:xfrm>
            <a:off x="8686800" y="5740560"/>
            <a:ext cx="38016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A79D9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8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603" name="Google Shape;603;p5" descr="C:\Users\Its\Downloads\t1 (4)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3454214" y="1448498"/>
            <a:ext cx="2129650" cy="2121606"/>
          </a:xfrm>
          <a:prstGeom prst="rect">
            <a:avLst/>
          </a:prstGeom>
          <a:noFill/>
          <a:ln>
            <a:noFill/>
          </a:ln>
        </p:spPr>
      </p:pic>
      <p:pic>
        <p:nvPicPr>
          <p:cNvPr id="604" name="Google Shape;604;p5" descr="C:\Users\Its\Downloads\t1 (5)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120800" y="4078170"/>
            <a:ext cx="6796476" cy="1429778"/>
          </a:xfrm>
          <a:prstGeom prst="rect">
            <a:avLst/>
          </a:prstGeom>
          <a:noFill/>
          <a:ln>
            <a:noFill/>
          </a:ln>
        </p:spPr>
      </p:pic>
      <p:sp>
        <p:nvSpPr>
          <p:cNvPr id="605" name="Google Shape;605;p5"/>
          <p:cNvSpPr/>
          <p:nvPr/>
        </p:nvSpPr>
        <p:spPr>
          <a:xfrm>
            <a:off x="2627700" y="5937600"/>
            <a:ext cx="4843800" cy="33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675D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Three objects of the Circle class</a:t>
            </a:r>
            <a:endParaRPr sz="2300"/>
          </a:p>
          <a:p>
            <a:pPr marL="342900" marR="0" lvl="0" indent="-22796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5D59"/>
              </a:buClr>
              <a:buSzPts val="1800"/>
              <a:buFont typeface="Arial" panose="020B0604020202020204"/>
              <a:buNone/>
            </a:pPr>
            <a:endParaRPr sz="2700" b="0" i="0" u="none" strike="noStrike" cap="none">
              <a:solidFill>
                <a:srgbClr val="4D5B6B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742950" marR="0" lvl="1" indent="-17081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5B6B"/>
              </a:buClr>
              <a:buSzPts val="1800"/>
              <a:buFont typeface="Arial" panose="020B0604020202020204"/>
              <a:buNone/>
            </a:pPr>
            <a:endParaRPr sz="27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6"/>
          <p:cNvSpPr/>
          <p:nvPr/>
        </p:nvSpPr>
        <p:spPr>
          <a:xfrm>
            <a:off x="685800" y="1295280"/>
            <a:ext cx="7848000" cy="4494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342900" marR="0" lvl="0" indent="-34226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75D59"/>
              </a:buClr>
              <a:buSzPts val="2800"/>
              <a:buFont typeface="Arial" panose="020B0604020202020204"/>
              <a:buChar char="»"/>
            </a:pPr>
            <a:r>
              <a:rPr lang="en-US" sz="2800" b="0" i="0" u="none" strike="noStrike" cap="none">
                <a:solidFill>
                  <a:srgbClr val="0070C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Classes </a:t>
            </a:r>
            <a:r>
              <a:rPr lang="en-US" sz="2800" b="0" i="0" u="none" strike="noStrike" cap="none">
                <a:solidFill>
                  <a:srgbClr val="675D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are constructs that </a:t>
            </a:r>
            <a:r>
              <a:rPr lang="en-US" sz="2800" b="0" i="0" u="none" strike="noStrike" cap="none">
                <a:solidFill>
                  <a:srgbClr val="0070C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define objects of the same type. </a:t>
            </a:r>
            <a:endParaRPr sz="1800" b="0" i="0" u="none" strike="noStrike" cap="none">
              <a:solidFill>
                <a:srgbClr val="0070C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marR="0" lvl="0" indent="-34226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75D59"/>
              </a:buClr>
              <a:buSzPts val="2800"/>
              <a:buFont typeface="Arial" panose="020B0604020202020204"/>
              <a:buChar char="»"/>
            </a:pPr>
            <a:r>
              <a:rPr lang="en-US" sz="2800" b="0" i="0" u="none" strike="noStrike" cap="none">
                <a:solidFill>
                  <a:srgbClr val="675D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 Java class uses variables to define data fields and methods to define behaviors. </a:t>
            </a:r>
            <a:endParaRPr sz="18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marR="0" lvl="0" indent="-34226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75D59"/>
              </a:buClr>
              <a:buSzPts val="2800"/>
              <a:buFont typeface="Arial" panose="020B0604020202020204"/>
              <a:buChar char="»"/>
            </a:pPr>
            <a:r>
              <a:rPr lang="en-US" sz="2800" b="0" i="0" u="none" strike="noStrike" cap="none">
                <a:solidFill>
                  <a:srgbClr val="675D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Additionally, a class provides a special type of methods, known as </a:t>
            </a:r>
            <a:r>
              <a:rPr lang="en-US" sz="2800" b="0" i="0" u="none" strike="noStrike" cap="none">
                <a:solidFill>
                  <a:srgbClr val="1155CC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constructors,</a:t>
            </a:r>
            <a:r>
              <a:rPr lang="en-US" sz="2800" b="0" i="0" u="none" strike="noStrike" cap="none">
                <a:solidFill>
                  <a:srgbClr val="675D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which are invoked</a:t>
            </a:r>
            <a:r>
              <a:rPr lang="en-US" sz="2800" b="0" i="0" u="none" strike="noStrike" cap="none">
                <a:solidFill>
                  <a:srgbClr val="1155CC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to construct objects </a:t>
            </a:r>
            <a:r>
              <a:rPr lang="en-US" sz="2800" b="0" i="0" u="none" strike="noStrike" cap="none">
                <a:solidFill>
                  <a:srgbClr val="675D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from the class. </a:t>
            </a:r>
            <a:endParaRPr sz="18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11" name="Google Shape;611;p6"/>
          <p:cNvSpPr/>
          <p:nvPr/>
        </p:nvSpPr>
        <p:spPr>
          <a:xfrm>
            <a:off x="533520" y="304920"/>
            <a:ext cx="8152560" cy="9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small">
                <a:solidFill>
                  <a:srgbClr val="C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Classes</a:t>
            </a:r>
            <a:endParaRPr lang="en-US" sz="3200" b="1" i="0" u="none" strike="noStrike" cap="small">
              <a:solidFill>
                <a:srgbClr val="C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12" name="Google Shape;612;p6"/>
          <p:cNvSpPr/>
          <p:nvPr/>
        </p:nvSpPr>
        <p:spPr>
          <a:xfrm>
            <a:off x="8686800" y="5740560"/>
            <a:ext cx="38016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A79D9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8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7"/>
          <p:cNvSpPr/>
          <p:nvPr/>
        </p:nvSpPr>
        <p:spPr>
          <a:xfrm>
            <a:off x="685800" y="1295280"/>
            <a:ext cx="7848000" cy="4494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514350" marR="0" lvl="0" indent="-51371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FF"/>
              </a:buClr>
              <a:buSzPts val="1800"/>
              <a:buFont typeface="Calibri" panose="020F0502020204030204"/>
              <a:buAutoNum type="arabicPeriod"/>
            </a:pPr>
            <a:r>
              <a:rPr lang="en-US" sz="1800" b="0" i="0" u="none" strike="noStrike" cap="none">
                <a:solidFill>
                  <a:srgbClr val="8000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class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Circle </a:t>
            </a:r>
            <a:r>
              <a:rPr lang="en-US" sz="1800" b="1" i="0" u="none" strike="noStrike" cap="none">
                <a:solidFill>
                  <a:srgbClr val="00008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{</a:t>
            </a:r>
            <a:endParaRPr sz="12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228600" marR="0" lvl="0" indent="-152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None/>
            </a:pPr>
            <a:endParaRPr sz="12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514350" marR="0" lvl="0" indent="-51371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AutoNum type="arabicPeriod"/>
            </a:pPr>
            <a:r>
              <a:rPr lang="en-US" sz="1800" b="0" i="0" u="none" strike="noStrike" cap="none">
                <a:solidFill>
                  <a:srgbClr val="00000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	</a:t>
            </a:r>
            <a:r>
              <a:rPr lang="en-US" sz="1800" b="0" i="0" u="none" strike="noStrike" cap="none">
                <a:solidFill>
                  <a:srgbClr val="00808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/** The radius of this circle */</a:t>
            </a:r>
            <a:endParaRPr sz="12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514350" marR="0" lvl="0" indent="-51371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AutoNum type="arabicPeriod"/>
            </a:pPr>
            <a:r>
              <a:rPr lang="en-US" sz="1800" b="0" i="0" u="none" strike="noStrike" cap="none">
                <a:solidFill>
                  <a:srgbClr val="00000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	</a:t>
            </a:r>
            <a:r>
              <a:rPr lang="en-US" sz="1800" b="0" i="0" u="none" strike="noStrike" cap="none">
                <a:solidFill>
                  <a:srgbClr val="8000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double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radius </a:t>
            </a:r>
            <a:r>
              <a:rPr lang="en-US" sz="1800" b="1" i="0" u="none" strike="noStrike" cap="none">
                <a:solidFill>
                  <a:srgbClr val="00008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=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</a:t>
            </a:r>
            <a:r>
              <a:rPr lang="en-US" sz="1800" b="0" i="0" u="none" strike="noStrike" cap="none">
                <a:solidFill>
                  <a:srgbClr val="FF800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1.0</a:t>
            </a:r>
            <a:r>
              <a:rPr lang="en-US" sz="1800" b="1" i="0" u="none" strike="noStrike" cap="none">
                <a:solidFill>
                  <a:srgbClr val="00008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;</a:t>
            </a:r>
            <a:endParaRPr sz="12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228600" marR="0" lvl="0" indent="-152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None/>
            </a:pPr>
            <a:endParaRPr sz="12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514350" marR="0" lvl="0" indent="-51371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AutoNum type="arabicPeriod"/>
            </a:pPr>
            <a:r>
              <a:rPr lang="en-US" sz="1800" b="0" i="0" u="none" strike="noStrike" cap="none">
                <a:solidFill>
                  <a:srgbClr val="00000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	</a:t>
            </a:r>
            <a:r>
              <a:rPr lang="en-US" sz="1800" b="0" i="0" u="none" strike="noStrike" cap="none">
                <a:solidFill>
                  <a:srgbClr val="00808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/** Construct a circle object */</a:t>
            </a:r>
            <a:endParaRPr sz="12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514350" marR="0" lvl="0" indent="-51371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AutoNum type="arabicPeriod"/>
            </a:pPr>
            <a:r>
              <a:rPr lang="en-US" sz="1800" b="0" i="0" u="none" strike="noStrike" cap="none">
                <a:solidFill>
                  <a:srgbClr val="00000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	Circle</a:t>
            </a:r>
            <a:r>
              <a:rPr lang="en-US" sz="1800" b="1" i="0" u="none" strike="noStrike" cap="none">
                <a:solidFill>
                  <a:srgbClr val="00008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()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</a:t>
            </a:r>
            <a:r>
              <a:rPr lang="en-US" sz="1800" b="1" i="0" u="none" strike="noStrike" cap="none">
                <a:solidFill>
                  <a:srgbClr val="00008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{</a:t>
            </a:r>
            <a:endParaRPr sz="12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514350" marR="0" lvl="0" indent="-51371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AutoNum type="arabicPeriod"/>
            </a:pPr>
            <a:r>
              <a:rPr lang="en-US" sz="1800" b="0" i="0" u="none" strike="noStrike" cap="none">
                <a:solidFill>
                  <a:srgbClr val="00000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	</a:t>
            </a:r>
            <a:r>
              <a:rPr lang="en-US" sz="1800" b="1" i="0" u="none" strike="noStrike" cap="none">
                <a:solidFill>
                  <a:srgbClr val="00008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}</a:t>
            </a:r>
            <a:endParaRPr sz="12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228600" marR="0" lvl="0" indent="-152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None/>
            </a:pPr>
            <a:endParaRPr sz="12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514350" marR="0" lvl="0" indent="-51371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AutoNum type="arabicPeriod"/>
            </a:pPr>
            <a:r>
              <a:rPr lang="en-US" sz="1800" b="0" i="0" u="none" strike="noStrike" cap="none">
                <a:solidFill>
                  <a:srgbClr val="00000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	</a:t>
            </a:r>
            <a:r>
              <a:rPr lang="en-US" sz="1800" b="0" i="0" u="none" strike="noStrike" cap="none">
                <a:solidFill>
                  <a:srgbClr val="00808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/** Construct a circle object */</a:t>
            </a:r>
            <a:endParaRPr sz="12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514350" marR="0" lvl="0" indent="-51371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AutoNum type="arabicPeriod"/>
            </a:pPr>
            <a:r>
              <a:rPr lang="en-US" sz="1800" b="0" i="0" u="none" strike="noStrike" cap="none">
                <a:solidFill>
                  <a:srgbClr val="00000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	Circle</a:t>
            </a:r>
            <a:r>
              <a:rPr lang="en-US" sz="1800" b="1" i="0" u="none" strike="noStrike" cap="none">
                <a:solidFill>
                  <a:srgbClr val="00008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(</a:t>
            </a:r>
            <a:r>
              <a:rPr lang="en-US" sz="1800" b="0" i="0" u="none" strike="noStrike" cap="none">
                <a:solidFill>
                  <a:srgbClr val="8000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double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newRadius</a:t>
            </a:r>
            <a:r>
              <a:rPr lang="en-US" sz="1800" b="1" i="0" u="none" strike="noStrike" cap="none">
                <a:solidFill>
                  <a:srgbClr val="00008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)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</a:t>
            </a:r>
            <a:r>
              <a:rPr lang="en-US" sz="1800" b="1" i="0" u="none" strike="noStrike" cap="none">
                <a:solidFill>
                  <a:srgbClr val="00008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{</a:t>
            </a:r>
            <a:endParaRPr sz="12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514350" marR="0" lvl="0" indent="-51371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AutoNum type="arabicPeriod"/>
            </a:pPr>
            <a:r>
              <a:rPr lang="en-US" sz="1800" b="0" i="0" u="none" strike="noStrike" cap="none">
                <a:solidFill>
                  <a:srgbClr val="00000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		radius </a:t>
            </a:r>
            <a:r>
              <a:rPr lang="en-US" sz="1800" b="1" i="0" u="none" strike="noStrike" cap="none">
                <a:solidFill>
                  <a:srgbClr val="00008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=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newRadius</a:t>
            </a:r>
            <a:r>
              <a:rPr lang="en-US" sz="1800" b="1" i="0" u="none" strike="noStrike" cap="none">
                <a:solidFill>
                  <a:srgbClr val="00008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;</a:t>
            </a:r>
            <a:endParaRPr sz="12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514350" marR="0" lvl="0" indent="-51371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AutoNum type="arabicPeriod"/>
            </a:pPr>
            <a:r>
              <a:rPr lang="en-US" sz="1800" b="0" i="0" u="none" strike="noStrike" cap="none">
                <a:solidFill>
                  <a:srgbClr val="00000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	</a:t>
            </a:r>
            <a:r>
              <a:rPr lang="en-US" sz="1800" b="1" i="0" u="none" strike="noStrike" cap="none">
                <a:solidFill>
                  <a:srgbClr val="00008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}</a:t>
            </a:r>
            <a:endParaRPr sz="12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228600" marR="0" lvl="0" indent="-152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None/>
            </a:pPr>
            <a:endParaRPr sz="12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514350" marR="0" lvl="0" indent="-51371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AutoNum type="arabicPeriod"/>
            </a:pPr>
            <a:r>
              <a:rPr lang="en-US" sz="1800" b="0" i="0" u="none" strike="noStrike" cap="none">
                <a:solidFill>
                  <a:srgbClr val="00000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	</a:t>
            </a:r>
            <a:r>
              <a:rPr lang="en-US" sz="1800" b="0" i="0" u="none" strike="noStrike" cap="none">
                <a:solidFill>
                  <a:srgbClr val="00808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/** Return the area of this circle */</a:t>
            </a:r>
            <a:endParaRPr sz="12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514350" marR="0" lvl="0" indent="-51371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AutoNum type="arabicPeriod"/>
            </a:pPr>
            <a:r>
              <a:rPr lang="en-US" sz="1800" b="0" i="0" u="none" strike="noStrike" cap="none">
                <a:solidFill>
                  <a:srgbClr val="00000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	</a:t>
            </a:r>
            <a:r>
              <a:rPr lang="en-US" sz="1800" b="0" i="0" u="none" strike="noStrike" cap="none">
                <a:solidFill>
                  <a:srgbClr val="8000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double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getArea</a:t>
            </a:r>
            <a:r>
              <a:rPr lang="en-US" sz="1800" b="1" i="0" u="none" strike="noStrike" cap="none">
                <a:solidFill>
                  <a:srgbClr val="00008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()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</a:t>
            </a:r>
            <a:r>
              <a:rPr lang="en-US" sz="1800" b="1" i="0" u="none" strike="noStrike" cap="none">
                <a:solidFill>
                  <a:srgbClr val="00008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{</a:t>
            </a:r>
            <a:endParaRPr sz="12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514350" marR="0" lvl="0" indent="-51371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AutoNum type="arabicPeriod"/>
            </a:pPr>
            <a:r>
              <a:rPr lang="en-US" sz="1800" b="0" i="0" u="none" strike="noStrike" cap="none">
                <a:solidFill>
                  <a:srgbClr val="00000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		</a:t>
            </a:r>
            <a:r>
              <a:rPr lang="en-US" sz="1800" b="1" i="0" u="none" strike="noStrike" cap="none">
                <a:solidFill>
                  <a:srgbClr val="0000F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return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radius </a:t>
            </a:r>
            <a:r>
              <a:rPr lang="en-US" sz="1800" b="1" i="0" u="none" strike="noStrike" cap="none">
                <a:solidFill>
                  <a:srgbClr val="00008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*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radius </a:t>
            </a:r>
            <a:r>
              <a:rPr lang="en-US" sz="1800" b="1" i="0" u="none" strike="noStrike" cap="none">
                <a:solidFill>
                  <a:srgbClr val="00008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*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</a:t>
            </a:r>
            <a:r>
              <a:rPr lang="en-US" sz="1800" b="0" i="0" u="none" strike="noStrike" cap="none">
                <a:solidFill>
                  <a:srgbClr val="FF800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3.14159</a:t>
            </a:r>
            <a:r>
              <a:rPr lang="en-US" sz="1800" b="1" i="0" u="none" strike="noStrike" cap="none">
                <a:solidFill>
                  <a:srgbClr val="00008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;</a:t>
            </a:r>
            <a:endParaRPr sz="12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514350" marR="0" lvl="0" indent="-51371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AutoNum type="arabicPeriod"/>
            </a:pPr>
            <a:r>
              <a:rPr lang="en-US" sz="1800" b="0" i="0" u="none" strike="noStrike" cap="none">
                <a:solidFill>
                  <a:srgbClr val="00000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	</a:t>
            </a:r>
            <a:r>
              <a:rPr lang="en-US" sz="1800" b="1" i="0" u="none" strike="noStrike" cap="none">
                <a:solidFill>
                  <a:srgbClr val="00008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}</a:t>
            </a:r>
            <a:endParaRPr sz="12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514350" marR="0" lvl="0" indent="-51371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1800"/>
              <a:buFont typeface="Calibri" panose="020F0502020204030204"/>
              <a:buAutoNum type="arabicPeriod"/>
            </a:pPr>
            <a:r>
              <a:rPr lang="en-US" sz="1800" b="1" i="0" u="none" strike="noStrike" cap="none">
                <a:solidFill>
                  <a:srgbClr val="000080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}</a:t>
            </a:r>
            <a:endParaRPr sz="12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228600" marR="0" lvl="0" indent="-152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None/>
            </a:pPr>
            <a:endParaRPr sz="12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18" name="Google Shape;618;p7"/>
          <p:cNvSpPr/>
          <p:nvPr/>
        </p:nvSpPr>
        <p:spPr>
          <a:xfrm>
            <a:off x="533520" y="304920"/>
            <a:ext cx="8152560" cy="9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small">
                <a:solidFill>
                  <a:srgbClr val="C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Classes</a:t>
            </a:r>
            <a:endParaRPr lang="en-US" sz="3200" b="1" i="0" u="none" strike="noStrike" cap="small">
              <a:solidFill>
                <a:srgbClr val="C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19" name="Google Shape;619;p7"/>
          <p:cNvSpPr/>
          <p:nvPr/>
        </p:nvSpPr>
        <p:spPr>
          <a:xfrm>
            <a:off x="8686800" y="5740560"/>
            <a:ext cx="38016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A79D9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8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20" name="Google Shape;620;p7"/>
          <p:cNvSpPr/>
          <p:nvPr/>
        </p:nvSpPr>
        <p:spPr>
          <a:xfrm>
            <a:off x="6335680" y="2514600"/>
            <a:ext cx="250920" cy="1751760"/>
          </a:xfrm>
          <a:prstGeom prst="rightBrace">
            <a:avLst>
              <a:gd name="adj1" fmla="val 8333"/>
              <a:gd name="adj2" fmla="val 50000"/>
            </a:avLst>
          </a:prstGeom>
          <a:noFill/>
          <a:ln w="9525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21" name="Google Shape;621;p7"/>
          <p:cNvSpPr/>
          <p:nvPr/>
        </p:nvSpPr>
        <p:spPr>
          <a:xfrm>
            <a:off x="7286180" y="4838580"/>
            <a:ext cx="194000" cy="1041520"/>
          </a:xfrm>
          <a:prstGeom prst="rightBrace">
            <a:avLst>
              <a:gd name="adj1" fmla="val 8333"/>
              <a:gd name="adj2" fmla="val 50000"/>
            </a:avLst>
          </a:prstGeom>
          <a:noFill/>
          <a:ln w="9525" cap="flat" cmpd="sng">
            <a:solidFill>
              <a:srgbClr val="FD73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22" name="Google Shape;622;p7"/>
          <p:cNvSpPr/>
          <p:nvPr/>
        </p:nvSpPr>
        <p:spPr>
          <a:xfrm>
            <a:off x="6353220" y="1817820"/>
            <a:ext cx="246960" cy="505800"/>
          </a:xfrm>
          <a:prstGeom prst="rightBrace">
            <a:avLst>
              <a:gd name="adj1" fmla="val 8333"/>
              <a:gd name="adj2" fmla="val 50000"/>
            </a:avLst>
          </a:prstGeom>
          <a:noFill/>
          <a:ln w="9525" cap="flat" cmpd="sng">
            <a:solidFill>
              <a:srgbClr val="FD73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23" name="Google Shape;623;p7"/>
          <p:cNvSpPr/>
          <p:nvPr/>
        </p:nvSpPr>
        <p:spPr>
          <a:xfrm>
            <a:off x="6667500" y="1878660"/>
            <a:ext cx="176796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D5B6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Data field</a:t>
            </a:r>
            <a:endParaRPr sz="18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24" name="Google Shape;624;p7"/>
          <p:cNvSpPr/>
          <p:nvPr/>
        </p:nvSpPr>
        <p:spPr>
          <a:xfrm>
            <a:off x="6715840" y="3211920"/>
            <a:ext cx="194508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D5B6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Constructors</a:t>
            </a:r>
            <a:endParaRPr sz="18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25" name="Google Shape;625;p7"/>
          <p:cNvSpPr/>
          <p:nvPr/>
        </p:nvSpPr>
        <p:spPr>
          <a:xfrm>
            <a:off x="7607300" y="5187540"/>
            <a:ext cx="176796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D5B6B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Method</a:t>
            </a:r>
            <a:endParaRPr sz="18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8"/>
          <p:cNvSpPr/>
          <p:nvPr/>
        </p:nvSpPr>
        <p:spPr>
          <a:xfrm>
            <a:off x="533520" y="304920"/>
            <a:ext cx="8152560" cy="9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small">
                <a:solidFill>
                  <a:srgbClr val="C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UML Class Diagram</a:t>
            </a:r>
            <a:endParaRPr lang="en-US" sz="3200" b="1" i="0" u="none" strike="noStrike" cap="small">
              <a:solidFill>
                <a:srgbClr val="C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31" name="Google Shape;631;p8"/>
          <p:cNvSpPr/>
          <p:nvPr/>
        </p:nvSpPr>
        <p:spPr>
          <a:xfrm>
            <a:off x="8686800" y="5740560"/>
            <a:ext cx="38016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A79D9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8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632" name="Google Shape;632;p8" descr="C:\Users\Its\Downloads\t1 (6)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3367197" y="1906568"/>
            <a:ext cx="2677614" cy="182461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3" name="Google Shape;633;p8" descr="C:\Users\Its\Downloads\t1 (7)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279455" y="4340363"/>
            <a:ext cx="6853100" cy="912305"/>
          </a:xfrm>
          <a:prstGeom prst="rect">
            <a:avLst/>
          </a:prstGeom>
          <a:noFill/>
          <a:ln>
            <a:noFill/>
          </a:ln>
        </p:spPr>
      </p:pic>
      <p:sp>
        <p:nvSpPr>
          <p:cNvPr id="634" name="Google Shape;634;p8"/>
          <p:cNvSpPr/>
          <p:nvPr/>
        </p:nvSpPr>
        <p:spPr>
          <a:xfrm>
            <a:off x="3042875" y="5406650"/>
            <a:ext cx="3675000" cy="33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675D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UML notation for objects</a:t>
            </a:r>
            <a:endParaRPr sz="2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9"/>
          <p:cNvSpPr/>
          <p:nvPr/>
        </p:nvSpPr>
        <p:spPr>
          <a:xfrm>
            <a:off x="685800" y="1295280"/>
            <a:ext cx="7848000" cy="4494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342900" marR="0" lvl="0" indent="-34226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75D59"/>
              </a:buClr>
              <a:buSzPts val="2400"/>
              <a:buFont typeface="Arial" panose="020B0604020202020204"/>
              <a:buChar char="»"/>
            </a:pPr>
            <a:r>
              <a:rPr lang="en-US" sz="2400" b="0" i="0" u="none" strike="noStrike" cap="none">
                <a:solidFill>
                  <a:srgbClr val="675D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Constructors are a </a:t>
            </a:r>
            <a:r>
              <a:rPr lang="en-US" sz="2400" b="0" i="0" u="none" strike="noStrike" cap="none">
                <a:solidFill>
                  <a:srgbClr val="0070C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special kind of methods</a:t>
            </a:r>
            <a:r>
              <a:rPr lang="en-US" sz="2400" b="0" i="0" u="none" strike="noStrike" cap="none">
                <a:solidFill>
                  <a:srgbClr val="675D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that are invoked to construct objects.</a:t>
            </a:r>
            <a:endParaRPr lang="en-US" sz="2400" b="0" i="0" u="none" strike="noStrike" cap="none">
              <a:solidFill>
                <a:srgbClr val="675D5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marR="0" lvl="0" indent="-34226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75D59"/>
              </a:buClr>
              <a:buSzPts val="2400"/>
              <a:buFont typeface="Arial" panose="020B0604020202020204"/>
              <a:buChar char="»"/>
            </a:pPr>
            <a:r>
              <a:rPr lang="en-US" sz="2400" b="0" i="0" u="none" strike="noStrike" cap="none">
                <a:solidFill>
                  <a:srgbClr val="675D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Constructors must have the</a:t>
            </a:r>
            <a:r>
              <a:rPr lang="en-US" sz="2400" b="0" i="0" u="none" strike="noStrike" cap="none">
                <a:solidFill>
                  <a:srgbClr val="0070C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same name as the class</a:t>
            </a:r>
            <a:r>
              <a:rPr lang="en-US" sz="2400" b="0" i="0" u="none" strike="noStrike" cap="none">
                <a:solidFill>
                  <a:srgbClr val="675D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itself.</a:t>
            </a:r>
            <a:endParaRPr lang="en-US" sz="2400" b="0" i="0" u="none" strike="noStrike" cap="none">
              <a:solidFill>
                <a:srgbClr val="675D5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marR="0" lvl="0" indent="-34226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75D59"/>
              </a:buClr>
              <a:buSzPts val="2400"/>
              <a:buFont typeface="Arial" panose="020B0604020202020204"/>
              <a:buChar char="»"/>
            </a:pPr>
            <a:r>
              <a:rPr lang="en-US" sz="2400" b="0" i="0" u="none" strike="noStrike" cap="none">
                <a:solidFill>
                  <a:srgbClr val="675D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Constructors do not have a return type—</a:t>
            </a:r>
            <a:r>
              <a:rPr lang="en-US" sz="2400" b="0" i="0" u="none" strike="noStrike" cap="none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not even void</a:t>
            </a:r>
            <a:r>
              <a:rPr lang="en-US" sz="2400" b="0" i="0" u="none" strike="noStrike" cap="none">
                <a:solidFill>
                  <a:srgbClr val="675D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.</a:t>
            </a:r>
            <a:endParaRPr lang="en-US" sz="2400" b="0" i="0" u="none" strike="noStrike" cap="none">
              <a:solidFill>
                <a:srgbClr val="675D5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marR="0" lvl="0" indent="-34226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75D59"/>
              </a:buClr>
              <a:buSzPts val="2400"/>
              <a:buFont typeface="Arial" panose="020B0604020202020204"/>
              <a:buChar char="»"/>
            </a:pPr>
            <a:r>
              <a:rPr lang="en-US" sz="2400" b="0" i="0" u="none" strike="noStrike" cap="none">
                <a:solidFill>
                  <a:srgbClr val="675D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Java </a:t>
            </a:r>
            <a:r>
              <a:rPr lang="en-US" sz="2400" b="0" i="0" u="none" strike="noStrike" cap="none">
                <a:solidFill>
                  <a:srgbClr val="0070C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requires a constructor</a:t>
            </a:r>
            <a:r>
              <a:rPr lang="en-US" sz="2400" b="0" i="0" u="none" strike="noStrike" cap="none">
                <a:solidFill>
                  <a:srgbClr val="675D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for every class.</a:t>
            </a:r>
            <a:endParaRPr lang="en-US" sz="2400" b="0" i="0" u="none" strike="noStrike" cap="none">
              <a:solidFill>
                <a:srgbClr val="675D5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marR="0" lvl="0" indent="-16446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5D59"/>
              </a:buClr>
              <a:buSzPts val="2800"/>
              <a:buFont typeface="Arial" panose="020B0604020202020204"/>
              <a:buNone/>
            </a:pPr>
            <a:endParaRPr sz="2800">
              <a:solidFill>
                <a:srgbClr val="675D5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514350" marR="0" lvl="0" indent="-5143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AutoNum type="arabicPeriod"/>
            </a:pPr>
            <a:r>
              <a:rPr lang="en-US" sz="18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Circle</a:t>
            </a:r>
            <a:r>
              <a:rPr lang="en-US" sz="1800" b="1" i="0" u="none" strike="noStrike" cap="none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()</a:t>
            </a:r>
            <a:r>
              <a:rPr lang="en-US" sz="18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</a:t>
            </a:r>
            <a:r>
              <a:rPr lang="en-US" sz="1800" b="1" i="0" u="none" strike="noStrike" cap="none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{</a:t>
            </a:r>
            <a:endParaRPr sz="1800" b="0" i="0" u="none" strike="noStrike" cap="none">
              <a:solidFill>
                <a:srgbClr val="000000"/>
              </a:solidFill>
              <a:highlight>
                <a:srgbClr val="FFFFFF"/>
              </a:highlight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514350" marR="0" lvl="0" indent="-514350" algn="l" rtl="0"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1800"/>
              <a:buFont typeface="Arial" panose="020B0604020202020204"/>
              <a:buAutoNum type="arabicPeriod"/>
            </a:pPr>
            <a:r>
              <a:rPr lang="en-US" sz="1800" b="1" i="0" u="none" strike="noStrike" cap="none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}</a:t>
            </a:r>
            <a:endParaRPr sz="1800" b="0" i="0" u="none" strike="noStrike" cap="none">
              <a:solidFill>
                <a:srgbClr val="000000"/>
              </a:solidFill>
              <a:highlight>
                <a:srgbClr val="FFFFFF"/>
              </a:highlight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514350" marR="0" lvl="0" indent="-4000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rgbClr val="000000"/>
              </a:solidFill>
              <a:highlight>
                <a:srgbClr val="FFFFFF"/>
              </a:highlight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514350" marR="0" lvl="0" indent="-5143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AutoNum type="arabicPeriod"/>
            </a:pPr>
            <a:r>
              <a:rPr lang="en-US" sz="18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Circle</a:t>
            </a:r>
            <a:r>
              <a:rPr lang="en-US" sz="1800" b="1" i="0" u="none" strike="noStrike" cap="none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(</a:t>
            </a:r>
            <a:r>
              <a:rPr lang="en-US" sz="1800" b="0" i="0" u="none" strike="noStrike" cap="none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double</a:t>
            </a:r>
            <a:r>
              <a:rPr lang="en-US" sz="18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newRadius</a:t>
            </a:r>
            <a:r>
              <a:rPr lang="en-US" sz="1800" b="1" i="0" u="none" strike="noStrike" cap="none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)</a:t>
            </a:r>
            <a:r>
              <a:rPr lang="en-US" sz="18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</a:t>
            </a:r>
            <a:r>
              <a:rPr lang="en-US" sz="1800" b="1" i="0" u="none" strike="noStrike" cap="none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{</a:t>
            </a:r>
            <a:endParaRPr sz="1800" b="0" i="0" u="none" strike="noStrike" cap="none">
              <a:solidFill>
                <a:srgbClr val="000000"/>
              </a:solidFill>
              <a:highlight>
                <a:srgbClr val="FFFFFF"/>
              </a:highlight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514350" marR="0" lvl="0" indent="-5143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AutoNum type="arabicPeriod"/>
            </a:pPr>
            <a:r>
              <a:rPr lang="en-US" sz="18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	radius </a:t>
            </a:r>
            <a:r>
              <a:rPr lang="en-US" sz="1800" b="1" i="0" u="none" strike="noStrike" cap="none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=</a:t>
            </a:r>
            <a:r>
              <a:rPr lang="en-US" sz="18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newRadius</a:t>
            </a:r>
            <a:r>
              <a:rPr lang="en-US" sz="1800" b="1" i="0" u="none" strike="noStrike" cap="none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;</a:t>
            </a:r>
            <a:endParaRPr sz="1800" b="0" i="0" u="none" strike="noStrike" cap="none">
              <a:solidFill>
                <a:srgbClr val="000000"/>
              </a:solidFill>
              <a:highlight>
                <a:srgbClr val="FFFFFF"/>
              </a:highlight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514350" marR="0" lvl="0" indent="-514350" algn="l" rtl="0">
              <a:spcBef>
                <a:spcPts val="0"/>
              </a:spcBef>
              <a:spcAft>
                <a:spcPts val="0"/>
              </a:spcAft>
              <a:buClr>
                <a:srgbClr val="000080"/>
              </a:buClr>
              <a:buSzPts val="1800"/>
              <a:buFont typeface="Arial" panose="020B0604020202020204"/>
              <a:buAutoNum type="arabicPeriod"/>
            </a:pPr>
            <a:r>
              <a:rPr lang="en-US" sz="1800" b="1" i="0" u="none" strike="noStrike" cap="none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}</a:t>
            </a:r>
            <a:endParaRPr sz="1800" b="0" i="0" u="none" strike="noStrike" cap="none">
              <a:solidFill>
                <a:srgbClr val="000000"/>
              </a:solidFill>
              <a:highlight>
                <a:srgbClr val="FFFFFF"/>
              </a:highlight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342900" marR="0" lvl="0" indent="-16446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5D59"/>
              </a:buClr>
              <a:buSzPts val="2800"/>
              <a:buFont typeface="Arial" panose="020B0604020202020204"/>
              <a:buNone/>
            </a:pPr>
            <a:endParaRPr sz="2800" b="0" i="0" u="none" strike="noStrike" cap="none">
              <a:solidFill>
                <a:srgbClr val="675D5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40" name="Google Shape;640;p9"/>
          <p:cNvSpPr/>
          <p:nvPr/>
        </p:nvSpPr>
        <p:spPr>
          <a:xfrm>
            <a:off x="533520" y="304920"/>
            <a:ext cx="8152560" cy="9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small">
                <a:solidFill>
                  <a:srgbClr val="C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Constructors </a:t>
            </a:r>
            <a:endParaRPr sz="18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41" name="Google Shape;641;p9"/>
          <p:cNvSpPr/>
          <p:nvPr/>
        </p:nvSpPr>
        <p:spPr>
          <a:xfrm>
            <a:off x="8686800" y="5740560"/>
            <a:ext cx="38016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A79D9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8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10"/>
          <p:cNvSpPr/>
          <p:nvPr/>
        </p:nvSpPr>
        <p:spPr>
          <a:xfrm>
            <a:off x="685800" y="1295280"/>
            <a:ext cx="7848000" cy="4494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342900" marR="0" lvl="0" indent="-34226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75D59"/>
              </a:buClr>
              <a:buSzPts val="2400"/>
              <a:buFont typeface="Arial" panose="020B0604020202020204"/>
              <a:buChar char="»"/>
            </a:pPr>
            <a:r>
              <a:rPr lang="en-US" sz="2400" b="0" i="0" u="none" strike="noStrike" cap="none">
                <a:solidFill>
                  <a:srgbClr val="675D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Constructors are invoked using the </a:t>
            </a:r>
            <a:r>
              <a:rPr lang="en-US" sz="2400" b="0" i="0" u="none" strike="noStrike" cap="none">
                <a:solidFill>
                  <a:srgbClr val="0070C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new operator</a:t>
            </a:r>
            <a:r>
              <a:rPr lang="en-US" sz="2400" b="0" i="0" u="none" strike="noStrike" cap="none">
                <a:solidFill>
                  <a:srgbClr val="675D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when an object is created. </a:t>
            </a:r>
            <a:endParaRPr lang="en-US" sz="2400" b="0" i="0" u="none" strike="noStrike" cap="none">
              <a:solidFill>
                <a:srgbClr val="675D5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marR="0" lvl="0" indent="-34226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75D59"/>
              </a:buClr>
              <a:buSzPts val="2400"/>
              <a:buFont typeface="Arial" panose="020B0604020202020204"/>
              <a:buChar char="»"/>
            </a:pPr>
            <a:r>
              <a:rPr lang="en-US" sz="2400" b="0" i="0" u="none" strike="noStrike" cap="none">
                <a:solidFill>
                  <a:srgbClr val="675D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Constructors play the role of </a:t>
            </a:r>
            <a:r>
              <a:rPr lang="en-US" sz="2400" b="0" i="0" u="none" strike="noStrike" cap="none">
                <a:solidFill>
                  <a:srgbClr val="0070C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initializing objects.</a:t>
            </a:r>
            <a:endParaRPr sz="2400" b="0" i="0" u="none" strike="noStrike" cap="none">
              <a:solidFill>
                <a:srgbClr val="0070C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675D5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marR="0" lvl="0" indent="-16446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5D59"/>
              </a:buClr>
              <a:buSzPts val="2800"/>
              <a:buFont typeface="Arial" panose="020B0604020202020204"/>
              <a:buNone/>
            </a:pPr>
            <a:endParaRPr sz="2800" b="0" i="0" u="none" strike="noStrike" cap="none">
              <a:solidFill>
                <a:srgbClr val="675D5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new</a:t>
            </a:r>
            <a:r>
              <a:rPr lang="en-US" sz="20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ClassName</a:t>
            </a:r>
            <a:r>
              <a:rPr lang="en-US" sz="2000" b="1" i="0" u="none" strike="noStrike" cap="none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();</a:t>
            </a:r>
            <a:endParaRPr sz="2000" b="0" i="0" u="none" strike="noStrike" cap="none">
              <a:solidFill>
                <a:srgbClr val="000000"/>
              </a:solidFill>
              <a:highlight>
                <a:srgbClr val="FFFFFF"/>
              </a:highlight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rgbClr val="000000"/>
              </a:solidFill>
              <a:highlight>
                <a:srgbClr val="FFFFFF"/>
              </a:highlight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635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675D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Example</a:t>
            </a:r>
            <a:endParaRPr lang="en-US" sz="2800" b="0" i="0" u="none" strike="noStrike" cap="none">
              <a:solidFill>
                <a:srgbClr val="675D5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635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rgbClr val="675D5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new</a:t>
            </a:r>
            <a:r>
              <a:rPr lang="en-US" sz="20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Circle</a:t>
            </a:r>
            <a:r>
              <a:rPr lang="en-US" sz="2000" b="1" i="0" u="none" strike="noStrike" cap="none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();</a:t>
            </a:r>
            <a:endParaRPr sz="2000" b="0" i="0" u="none" strike="noStrike" cap="none">
              <a:solidFill>
                <a:srgbClr val="000000"/>
              </a:solidFill>
              <a:highlight>
                <a:srgbClr val="FFFFFF"/>
              </a:highlight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new</a:t>
            </a:r>
            <a:r>
              <a:rPr lang="en-US" sz="20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Circle</a:t>
            </a:r>
            <a:r>
              <a:rPr lang="en-US" sz="2000" b="1" i="0" u="none" strike="noStrike" cap="none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(</a:t>
            </a:r>
            <a:r>
              <a:rPr lang="en-US" sz="2000" b="0" i="0" u="none" strike="noStrike" cap="none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5.0</a:t>
            </a:r>
            <a:r>
              <a:rPr lang="en-US" sz="2000" b="1" i="0" u="none" strike="noStrike" cap="none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);</a:t>
            </a:r>
            <a:endParaRPr sz="2000" b="0" i="0" u="none" strike="noStrike" cap="none">
              <a:solidFill>
                <a:srgbClr val="000000"/>
              </a:solidFill>
              <a:highlight>
                <a:srgbClr val="FFFFFF"/>
              </a:highlight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635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rgbClr val="675D5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marR="0" lvl="0" indent="-16446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5D59"/>
              </a:buClr>
              <a:buSzPts val="2800"/>
              <a:buFont typeface="Arial" panose="020B0604020202020204"/>
              <a:buNone/>
            </a:pPr>
            <a:endParaRPr sz="2800" b="0" i="0" u="none" strike="noStrike" cap="none">
              <a:solidFill>
                <a:srgbClr val="675D5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47" name="Google Shape;647;p10"/>
          <p:cNvSpPr/>
          <p:nvPr/>
        </p:nvSpPr>
        <p:spPr>
          <a:xfrm>
            <a:off x="533520" y="304920"/>
            <a:ext cx="8152560" cy="9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small">
                <a:solidFill>
                  <a:srgbClr val="C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Creating Objects Using Constructors</a:t>
            </a:r>
            <a:endParaRPr lang="en-US" sz="3200" b="1" i="0" u="none" strike="noStrike" cap="small">
              <a:solidFill>
                <a:srgbClr val="C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48" name="Google Shape;648;p10"/>
          <p:cNvSpPr/>
          <p:nvPr/>
        </p:nvSpPr>
        <p:spPr>
          <a:xfrm>
            <a:off x="8686800" y="5740560"/>
            <a:ext cx="38016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A79D9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8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11"/>
          <p:cNvSpPr/>
          <p:nvPr/>
        </p:nvSpPr>
        <p:spPr>
          <a:xfrm>
            <a:off x="685800" y="1295280"/>
            <a:ext cx="7848000" cy="4494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342900" marR="0" lvl="0" indent="-34226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75D59"/>
              </a:buClr>
              <a:buSzPts val="2400"/>
              <a:buFont typeface="Arial" panose="020B0604020202020204"/>
              <a:buChar char="»"/>
            </a:pPr>
            <a:r>
              <a:rPr lang="en-US" sz="2400" b="0" i="0" u="none" strike="noStrike" cap="none">
                <a:solidFill>
                  <a:srgbClr val="675D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 constructor with no parameters is referred to as a </a:t>
            </a:r>
            <a:r>
              <a:rPr lang="en-US" sz="2400" b="1" i="0" u="none" strike="noStrike" cap="none">
                <a:solidFill>
                  <a:srgbClr val="0070C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no-arg constructor.</a:t>
            </a:r>
            <a:endParaRPr b="1">
              <a:solidFill>
                <a:srgbClr val="0070C0"/>
              </a:solidFill>
            </a:endParaRPr>
          </a:p>
          <a:p>
            <a:pPr marL="342900" marR="0" lvl="0" indent="-34226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75D59"/>
              </a:buClr>
              <a:buSzPts val="2400"/>
              <a:buFont typeface="Arial" panose="020B0604020202020204"/>
              <a:buChar char="»"/>
            </a:pPr>
            <a:r>
              <a:rPr lang="en-US" sz="2400" b="0" i="0" u="none" strike="noStrike" cap="none">
                <a:solidFill>
                  <a:srgbClr val="675D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Java will provide a </a:t>
            </a:r>
            <a:r>
              <a:rPr lang="en-US" sz="2400" b="1" i="0" u="none" strike="noStrike" cap="none">
                <a:solidFill>
                  <a:srgbClr val="0070C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default no-argument constructor</a:t>
            </a:r>
            <a:r>
              <a:rPr lang="en-US" sz="2400" b="0" i="0" u="none" strike="noStrike" cap="none">
                <a:solidFill>
                  <a:srgbClr val="675D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if none is provided.</a:t>
            </a:r>
            <a:endParaRPr lang="en-US" sz="2400" b="0" i="0" u="none" strike="noStrike" cap="none">
              <a:solidFill>
                <a:srgbClr val="675D5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marR="0" lvl="0" indent="-1651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</a:pPr>
            <a:endParaRPr sz="2800" b="0" i="0" u="none" strike="noStrike" cap="none">
              <a:solidFill>
                <a:srgbClr val="675D5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54" name="Google Shape;654;p11"/>
          <p:cNvSpPr/>
          <p:nvPr/>
        </p:nvSpPr>
        <p:spPr>
          <a:xfrm>
            <a:off x="533520" y="304920"/>
            <a:ext cx="8152560" cy="9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small">
                <a:solidFill>
                  <a:srgbClr val="C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Default Constructor</a:t>
            </a:r>
            <a:endParaRPr lang="en-US" sz="3200" b="1" i="0" u="none" strike="noStrike" cap="small">
              <a:solidFill>
                <a:srgbClr val="C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55" name="Google Shape;655;p11"/>
          <p:cNvSpPr/>
          <p:nvPr/>
        </p:nvSpPr>
        <p:spPr>
          <a:xfrm>
            <a:off x="8686800" y="5740560"/>
            <a:ext cx="38016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A79D9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8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12"/>
          <p:cNvSpPr/>
          <p:nvPr/>
        </p:nvSpPr>
        <p:spPr>
          <a:xfrm>
            <a:off x="685800" y="1295280"/>
            <a:ext cx="7848000" cy="4494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342900" marR="0" lvl="0" indent="-342265" algn="l" rtl="0">
              <a:spcBef>
                <a:spcPts val="0"/>
              </a:spcBef>
              <a:spcAft>
                <a:spcPts val="0"/>
              </a:spcAft>
              <a:buClr>
                <a:srgbClr val="675D59"/>
              </a:buClr>
              <a:buSzPts val="2400"/>
              <a:buFont typeface="Arial" panose="020B0604020202020204"/>
              <a:buChar char="»"/>
            </a:pPr>
            <a:r>
              <a:rPr lang="en-US" sz="2400" b="0" i="0" u="none" strike="noStrike" cap="none">
                <a:solidFill>
                  <a:srgbClr val="675D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To reference an object, assign the object to a</a:t>
            </a:r>
            <a:r>
              <a:rPr lang="en-US" sz="2400" b="1" i="0" u="none" strike="noStrike" cap="none">
                <a:solidFill>
                  <a:srgbClr val="0070C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reference variable.</a:t>
            </a:r>
            <a:endParaRPr b="1">
              <a:solidFill>
                <a:srgbClr val="0070C0"/>
              </a:solidFill>
            </a:endParaRPr>
          </a:p>
          <a:p>
            <a:pPr marL="342900" marR="0" lvl="0" indent="-342265" algn="l" rtl="0">
              <a:spcBef>
                <a:spcPts val="0"/>
              </a:spcBef>
              <a:spcAft>
                <a:spcPts val="0"/>
              </a:spcAft>
              <a:buClr>
                <a:srgbClr val="675D59"/>
              </a:buClr>
              <a:buSzPts val="2400"/>
              <a:buFont typeface="Arial" panose="020B0604020202020204"/>
              <a:buChar char="»"/>
            </a:pPr>
            <a:r>
              <a:rPr lang="en-US" sz="2400" b="0" i="0" u="none" strike="noStrike" cap="none">
                <a:solidFill>
                  <a:srgbClr val="675D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To declare a reference variable, use the syntax:</a:t>
            </a:r>
            <a:endParaRPr sz="2400" b="0" i="0" u="none" strike="noStrike" cap="none">
              <a:solidFill>
                <a:srgbClr val="675D5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675D5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marR="0" lvl="0" indent="-189865" algn="l" rtl="0">
              <a:spcBef>
                <a:spcPts val="0"/>
              </a:spcBef>
              <a:spcAft>
                <a:spcPts val="0"/>
              </a:spcAft>
              <a:buClr>
                <a:srgbClr val="675D59"/>
              </a:buClr>
              <a:buSzPts val="2400"/>
              <a:buFont typeface="Arial" panose="020B0604020202020204"/>
              <a:buNone/>
            </a:pPr>
            <a:endParaRPr sz="2400" b="0" i="0" u="none" strike="noStrike" cap="none">
              <a:solidFill>
                <a:srgbClr val="675D5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ClassName objectRefVar</a:t>
            </a:r>
            <a:r>
              <a:rPr lang="en-US" sz="2000" b="1" i="0" u="none" strike="noStrike" cap="none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;</a:t>
            </a:r>
            <a:endParaRPr sz="2000" b="0">
              <a:solidFill>
                <a:srgbClr val="000000"/>
              </a:solidFill>
              <a:highlight>
                <a:srgbClr val="FFFFFF"/>
              </a:highlight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635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675D5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635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675D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Example:</a:t>
            </a:r>
            <a:endParaRPr lang="en-US" sz="2400">
              <a:solidFill>
                <a:srgbClr val="675D5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marR="0" lvl="0" indent="-189865" algn="l" rtl="0">
              <a:spcBef>
                <a:spcPts val="0"/>
              </a:spcBef>
              <a:spcAft>
                <a:spcPts val="0"/>
              </a:spcAft>
              <a:buClr>
                <a:srgbClr val="675D59"/>
              </a:buClr>
              <a:buSzPts val="2400"/>
              <a:buFont typeface="Arial" panose="020B0604020202020204"/>
              <a:buNone/>
            </a:pPr>
            <a:endParaRPr sz="2400">
              <a:solidFill>
                <a:srgbClr val="675D5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635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Circle myCircle</a:t>
            </a:r>
            <a:r>
              <a:rPr lang="en-US" sz="2000" b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;</a:t>
            </a:r>
            <a:endParaRPr sz="2000" b="0">
              <a:solidFill>
                <a:srgbClr val="000000"/>
              </a:solidFill>
              <a:highlight>
                <a:srgbClr val="FFFFFF"/>
              </a:highlight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342900" marR="0" lvl="0" indent="-189865" algn="l" rtl="0">
              <a:spcBef>
                <a:spcPts val="0"/>
              </a:spcBef>
              <a:spcAft>
                <a:spcPts val="0"/>
              </a:spcAft>
              <a:buClr>
                <a:srgbClr val="675D59"/>
              </a:buClr>
              <a:buSzPts val="2400"/>
              <a:buFont typeface="Arial" panose="020B0604020202020204"/>
              <a:buNone/>
            </a:pPr>
            <a:endParaRPr sz="2400">
              <a:solidFill>
                <a:srgbClr val="675D5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61" name="Google Shape;661;p12"/>
          <p:cNvSpPr/>
          <p:nvPr/>
        </p:nvSpPr>
        <p:spPr>
          <a:xfrm>
            <a:off x="533520" y="304920"/>
            <a:ext cx="8152560" cy="9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small">
                <a:solidFill>
                  <a:srgbClr val="C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Declaring Object Reference Variables</a:t>
            </a:r>
            <a:endParaRPr lang="en-US" sz="3200" b="1" cap="small">
              <a:solidFill>
                <a:srgbClr val="C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62" name="Google Shape;662;p12"/>
          <p:cNvSpPr/>
          <p:nvPr/>
        </p:nvSpPr>
        <p:spPr>
          <a:xfrm>
            <a:off x="8686800" y="5740560"/>
            <a:ext cx="38016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strike="noStrike">
                <a:solidFill>
                  <a:srgbClr val="A79D9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800" b="0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13"/>
          <p:cNvSpPr/>
          <p:nvPr/>
        </p:nvSpPr>
        <p:spPr>
          <a:xfrm>
            <a:off x="685800" y="1295280"/>
            <a:ext cx="7848000" cy="4494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342900" marR="0" lvl="0" indent="-342265" algn="l" rtl="0">
              <a:spcBef>
                <a:spcPts val="0"/>
              </a:spcBef>
              <a:spcAft>
                <a:spcPts val="0"/>
              </a:spcAft>
              <a:buClr>
                <a:srgbClr val="675D59"/>
              </a:buClr>
              <a:buSzPts val="2400"/>
              <a:buFont typeface="Arial" panose="020B0604020202020204"/>
              <a:buChar char="»"/>
            </a:pPr>
            <a:r>
              <a:rPr lang="en-US" sz="2400">
                <a:solidFill>
                  <a:srgbClr val="675D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Syntax:</a:t>
            </a:r>
            <a:endParaRPr sz="2400">
              <a:solidFill>
                <a:srgbClr val="675D5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  <a:highlight>
                <a:srgbClr val="FFFFFF"/>
              </a:highlight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ClassName objectRefVar </a:t>
            </a:r>
            <a:r>
              <a:rPr lang="en-US" sz="2000" b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=</a:t>
            </a:r>
            <a:r>
              <a:rPr lang="en-US" sz="2000" b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</a:t>
            </a:r>
            <a:r>
              <a:rPr lang="en-US" sz="2000" b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new</a:t>
            </a:r>
            <a:r>
              <a:rPr lang="en-US" sz="2000" b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ClassName</a:t>
            </a:r>
            <a:r>
              <a:rPr lang="en-US" sz="2000" b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();</a:t>
            </a:r>
            <a:endParaRPr sz="2000" b="0">
              <a:solidFill>
                <a:srgbClr val="000000"/>
              </a:solidFill>
              <a:highlight>
                <a:srgbClr val="FFFFFF"/>
              </a:highlight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635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675D5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marR="0" lvl="0" indent="-342265" algn="l" rtl="0">
              <a:spcBef>
                <a:spcPts val="0"/>
              </a:spcBef>
              <a:spcAft>
                <a:spcPts val="0"/>
              </a:spcAft>
              <a:buClr>
                <a:srgbClr val="675D59"/>
              </a:buClr>
              <a:buSzPts val="2400"/>
              <a:buFont typeface="Arial" panose="020B0604020202020204"/>
              <a:buChar char="»"/>
            </a:pPr>
            <a:r>
              <a:rPr lang="en-US" sz="2400">
                <a:solidFill>
                  <a:srgbClr val="675D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Example:</a:t>
            </a:r>
            <a:endParaRPr lang="en-US" sz="2400">
              <a:solidFill>
                <a:srgbClr val="675D5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marR="0" lvl="0" indent="-189865" algn="l" rtl="0">
              <a:spcBef>
                <a:spcPts val="0"/>
              </a:spcBef>
              <a:spcAft>
                <a:spcPts val="0"/>
              </a:spcAft>
              <a:buClr>
                <a:srgbClr val="675D59"/>
              </a:buClr>
              <a:buSzPts val="2400"/>
              <a:buFont typeface="Arial" panose="020B0604020202020204"/>
              <a:buNone/>
            </a:pPr>
            <a:endParaRPr sz="2400">
              <a:solidFill>
                <a:srgbClr val="675D5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Circle myCircle </a:t>
            </a:r>
            <a:r>
              <a:rPr lang="en-US" sz="2000" b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=</a:t>
            </a:r>
            <a:r>
              <a:rPr lang="en-US" sz="2000" b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</a:t>
            </a:r>
            <a:r>
              <a:rPr lang="en-US" sz="2000" b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new</a:t>
            </a:r>
            <a:r>
              <a:rPr lang="en-US" sz="2000" b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Circle</a:t>
            </a:r>
            <a:r>
              <a:rPr lang="en-US" sz="2000" b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();</a:t>
            </a:r>
            <a:endParaRPr sz="2000" b="0">
              <a:solidFill>
                <a:srgbClr val="000000"/>
              </a:solidFill>
              <a:highlight>
                <a:srgbClr val="FFFFFF"/>
              </a:highlight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342900" marR="0" lvl="0" indent="-189865" algn="l" rtl="0">
              <a:spcBef>
                <a:spcPts val="0"/>
              </a:spcBef>
              <a:spcAft>
                <a:spcPts val="0"/>
              </a:spcAft>
              <a:buClr>
                <a:srgbClr val="675D59"/>
              </a:buClr>
              <a:buSzPts val="2400"/>
              <a:buFont typeface="Arial" panose="020B0604020202020204"/>
              <a:buNone/>
            </a:pPr>
            <a:endParaRPr sz="2400">
              <a:solidFill>
                <a:srgbClr val="675D5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marR="0" lvl="0" indent="-342265" algn="l" rtl="0">
              <a:spcBef>
                <a:spcPts val="0"/>
              </a:spcBef>
              <a:spcAft>
                <a:spcPts val="0"/>
              </a:spcAft>
              <a:buClr>
                <a:srgbClr val="675D59"/>
              </a:buClr>
              <a:buSzPts val="2400"/>
              <a:buFont typeface="Arial" panose="020B0604020202020204"/>
              <a:buChar char="»"/>
            </a:pPr>
            <a:r>
              <a:rPr lang="en-US" sz="2400">
                <a:solidFill>
                  <a:srgbClr val="675D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Create an object</a:t>
            </a:r>
            <a:endParaRPr lang="en-US" sz="2400">
              <a:solidFill>
                <a:srgbClr val="675D5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marR="0" lvl="0" indent="-342265" algn="l" rtl="0">
              <a:spcBef>
                <a:spcPts val="0"/>
              </a:spcBef>
              <a:spcAft>
                <a:spcPts val="0"/>
              </a:spcAft>
              <a:buClr>
                <a:srgbClr val="675D59"/>
              </a:buClr>
              <a:buSzPts val="2400"/>
              <a:buFont typeface="Arial" panose="020B0604020202020204"/>
              <a:buChar char="»"/>
            </a:pPr>
            <a:r>
              <a:rPr lang="en-US" sz="2400">
                <a:solidFill>
                  <a:srgbClr val="675D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Assign object reference</a:t>
            </a:r>
            <a:endParaRPr lang="en-US" sz="2400">
              <a:solidFill>
                <a:srgbClr val="675D5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marR="0" lvl="0" indent="-342265" algn="l" rtl="0">
              <a:spcBef>
                <a:spcPts val="0"/>
              </a:spcBef>
              <a:spcAft>
                <a:spcPts val="0"/>
              </a:spcAft>
              <a:buClr>
                <a:srgbClr val="675D59"/>
              </a:buClr>
              <a:buSzPts val="2400"/>
              <a:buFont typeface="Arial" panose="020B0604020202020204"/>
              <a:buChar char="»"/>
            </a:pPr>
            <a:r>
              <a:rPr lang="en-US" sz="2400">
                <a:solidFill>
                  <a:srgbClr val="675D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stack has addresses that refer to a memory space in heap as objects may take up an unset amount of space</a:t>
            </a:r>
            <a:endParaRPr lang="en-US" sz="2400">
              <a:solidFill>
                <a:srgbClr val="675D5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marR="0" lvl="0" indent="-342265" algn="l" rtl="0">
              <a:spcBef>
                <a:spcPts val="0"/>
              </a:spcBef>
              <a:spcAft>
                <a:spcPts val="0"/>
              </a:spcAft>
              <a:buClr>
                <a:srgbClr val="675D59"/>
              </a:buClr>
              <a:buSzPts val="2400"/>
              <a:buFont typeface="Arial" panose="020B0604020202020204"/>
              <a:buChar char="»"/>
            </a:pPr>
            <a:endParaRPr lang="en-US" sz="2400">
              <a:solidFill>
                <a:srgbClr val="675D5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marR="0" lvl="0" indent="-189865" algn="l" rtl="0">
              <a:spcBef>
                <a:spcPts val="0"/>
              </a:spcBef>
              <a:spcAft>
                <a:spcPts val="0"/>
              </a:spcAft>
              <a:buClr>
                <a:srgbClr val="675D59"/>
              </a:buClr>
              <a:buSzPts val="2400"/>
              <a:buFont typeface="Arial" panose="020B0604020202020204"/>
              <a:buNone/>
            </a:pPr>
            <a:endParaRPr sz="2400">
              <a:solidFill>
                <a:srgbClr val="675D5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68" name="Google Shape;668;p13"/>
          <p:cNvSpPr/>
          <p:nvPr/>
        </p:nvSpPr>
        <p:spPr>
          <a:xfrm>
            <a:off x="533520" y="304920"/>
            <a:ext cx="8152560" cy="9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small">
                <a:solidFill>
                  <a:srgbClr val="C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Declaring/Creating Objects in a Single Step</a:t>
            </a:r>
            <a:endParaRPr lang="en-US" sz="3200" b="1" cap="small">
              <a:solidFill>
                <a:srgbClr val="C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69" name="Google Shape;669;p13"/>
          <p:cNvSpPr/>
          <p:nvPr/>
        </p:nvSpPr>
        <p:spPr>
          <a:xfrm>
            <a:off x="8686800" y="5740560"/>
            <a:ext cx="38016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strike="noStrike">
                <a:solidFill>
                  <a:srgbClr val="A79D9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800" b="0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Number Placeholder 4"/>
          <p:cNvSpPr>
            <a:spLocks noGrp="1"/>
          </p:cNvSpPr>
          <p:nvPr>
            <p:ph type="sldNum" sz="quarter" idx="11"/>
          </p:nvPr>
        </p:nvSpPr>
        <p:spPr bwMode="auto">
          <a:xfrm>
            <a:off x="6553200" y="6399213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/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FEDE364-EDC3-4196-81A9-91CB1D0A73ED}" type="slidenum">
              <a:rPr lang="en-US" altLang="en-US" smtClean="0"/>
            </a:fld>
            <a:endParaRPr lang="en-US" altLang="en-US" sz="1400"/>
          </a:p>
        </p:txBody>
      </p:sp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>
          <a:xfrm>
            <a:off x="1629266" y="228600"/>
            <a:ext cx="6474922" cy="609600"/>
          </a:xfrm>
        </p:spPr>
        <p:txBody>
          <a:bodyPr/>
          <a:lstStyle/>
          <a:p>
            <a:r>
              <a:rPr lang="en-US" altLang="en-US" dirty="0"/>
              <a:t>Trace Code</a:t>
            </a:r>
            <a:endParaRPr lang="en-US" altLang="en-US" dirty="0"/>
          </a:p>
        </p:txBody>
      </p:sp>
      <p:sp>
        <p:nvSpPr>
          <p:cNvPr id="20484" name="Rectangle 3"/>
          <p:cNvSpPr>
            <a:spLocks noChangeArrowheads="1"/>
          </p:cNvSpPr>
          <p:nvPr/>
        </p:nvSpPr>
        <p:spPr bwMode="auto">
          <a:xfrm>
            <a:off x="2686050" y="23431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0485" name="Rectangle 4"/>
          <p:cNvSpPr>
            <a:spLocks noChangeArrowheads="1"/>
          </p:cNvSpPr>
          <p:nvPr/>
        </p:nvSpPr>
        <p:spPr bwMode="auto">
          <a:xfrm>
            <a:off x="2800350" y="22860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0486" name="Text Box 6"/>
          <p:cNvSpPr txBox="1">
            <a:spLocks noChangeArrowheads="1"/>
          </p:cNvSpPr>
          <p:nvPr/>
        </p:nvSpPr>
        <p:spPr bwMode="auto">
          <a:xfrm>
            <a:off x="152400" y="1905000"/>
            <a:ext cx="4800600" cy="1465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Circle </a:t>
            </a:r>
            <a:r>
              <a:rPr lang="en-US" altLang="en-US" sz="1800" b="1" dirty="0" err="1"/>
              <a:t>myCircle</a:t>
            </a:r>
            <a:r>
              <a:rPr lang="en-US" altLang="en-US" sz="1800" b="1" dirty="0"/>
              <a:t> = new Circle(5.0);</a:t>
            </a:r>
            <a:endParaRPr lang="en-US" altLang="en-US" sz="1800" b="1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b="1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Circle </a:t>
            </a:r>
            <a:r>
              <a:rPr lang="en-US" altLang="en-US" sz="1800" b="1" dirty="0" err="1"/>
              <a:t>yourCircle</a:t>
            </a:r>
            <a:r>
              <a:rPr lang="en-US" altLang="en-US" sz="1800" b="1" dirty="0"/>
              <a:t> = new Circle();</a:t>
            </a:r>
            <a:endParaRPr lang="en-US" altLang="en-US" sz="1800" b="1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b="1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 err="1"/>
              <a:t>yourCircle.radius</a:t>
            </a:r>
            <a:r>
              <a:rPr lang="en-US" altLang="en-US" sz="1800" b="1" dirty="0"/>
              <a:t> = 100;</a:t>
            </a:r>
            <a:endParaRPr lang="en-US" altLang="en-US" sz="1800" b="1" dirty="0"/>
          </a:p>
        </p:txBody>
      </p:sp>
      <p:sp>
        <p:nvSpPr>
          <p:cNvPr id="20487" name="Rectangle 7"/>
          <p:cNvSpPr>
            <a:spLocks noChangeArrowheads="1"/>
          </p:cNvSpPr>
          <p:nvPr/>
        </p:nvSpPr>
        <p:spPr bwMode="auto">
          <a:xfrm>
            <a:off x="228600" y="1981200"/>
            <a:ext cx="1577975" cy="228600"/>
          </a:xfrm>
          <a:prstGeom prst="rect">
            <a:avLst/>
          </a:prstGeom>
          <a:solidFill>
            <a:schemeClr val="accent1">
              <a:alpha val="45097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0488" name="AutoShape 9"/>
          <p:cNvSpPr>
            <a:spLocks noChangeArrowheads="1"/>
          </p:cNvSpPr>
          <p:nvPr/>
        </p:nvSpPr>
        <p:spPr bwMode="auto">
          <a:xfrm>
            <a:off x="5838825" y="1009650"/>
            <a:ext cx="2265363" cy="344488"/>
          </a:xfrm>
          <a:prstGeom prst="wedgeRoundRectCallout">
            <a:avLst>
              <a:gd name="adj1" fmla="val -25824"/>
              <a:gd name="adj2" fmla="val 245852"/>
              <a:gd name="adj3" fmla="val 16667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Declare myCircle</a:t>
            </a:r>
            <a:endParaRPr lang="en-US" altLang="en-US" sz="1800"/>
          </a:p>
        </p:txBody>
      </p:sp>
      <p:sp>
        <p:nvSpPr>
          <p:cNvPr id="20489" name="Rectangle 10"/>
          <p:cNvSpPr>
            <a:spLocks noChangeArrowheads="1"/>
          </p:cNvSpPr>
          <p:nvPr/>
        </p:nvSpPr>
        <p:spPr bwMode="auto">
          <a:xfrm>
            <a:off x="6837363" y="2046288"/>
            <a:ext cx="1524000" cy="30638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144" tIns="9144" rIns="9144" bIns="9144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accent2"/>
                </a:solidFill>
              </a:rPr>
              <a:t>no value</a:t>
            </a:r>
            <a:endParaRPr lang="en-US" altLang="en-US" sz="1800">
              <a:solidFill>
                <a:schemeClr val="accent2"/>
              </a:solidFill>
            </a:endParaRPr>
          </a:p>
        </p:txBody>
      </p:sp>
      <p:sp>
        <p:nvSpPr>
          <p:cNvPr id="20490" name="Text Box 11"/>
          <p:cNvSpPr txBox="1">
            <a:spLocks noChangeArrowheads="1"/>
          </p:cNvSpPr>
          <p:nvPr/>
        </p:nvSpPr>
        <p:spPr bwMode="auto">
          <a:xfrm>
            <a:off x="5724525" y="2020888"/>
            <a:ext cx="11334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/>
              <a:t>myCircle</a:t>
            </a:r>
            <a:endParaRPr lang="en-US" altLang="en-US" sz="1800"/>
          </a:p>
        </p:txBody>
      </p:sp>
      <p:sp>
        <p:nvSpPr>
          <p:cNvPr id="20491" name="Rectangle 12"/>
          <p:cNvSpPr>
            <a:spLocks noChangeArrowheads="1"/>
          </p:cNvSpPr>
          <p:nvPr/>
        </p:nvSpPr>
        <p:spPr bwMode="auto">
          <a:xfrm>
            <a:off x="0" y="0"/>
            <a:ext cx="1524000" cy="381000"/>
          </a:xfrm>
          <a:prstGeom prst="rect">
            <a:avLst/>
          </a:prstGeom>
          <a:noFill/>
          <a:ln w="12700">
            <a:solidFill>
              <a:srgbClr val="FF0000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bg2"/>
                </a:solidFill>
                <a:latin typeface="Forte" panose="03060902040502070203" pitchFamily="66" charset="0"/>
              </a:rPr>
              <a:t>animation</a:t>
            </a:r>
            <a:endParaRPr lang="en-US" altLang="en-US" sz="1800">
              <a:solidFill>
                <a:schemeClr val="bg2"/>
              </a:solidFill>
              <a:latin typeface="Forte" panose="03060902040502070203" pitchFamily="66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Number Placeholder 4"/>
          <p:cNvSpPr>
            <a:spLocks noGrp="1"/>
          </p:cNvSpPr>
          <p:nvPr>
            <p:ph type="sldNum" sz="quarter" idx="11"/>
          </p:nvPr>
        </p:nvSpPr>
        <p:spPr bwMode="auto">
          <a:xfrm>
            <a:off x="6553200" y="6399213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/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FEDE364-EDC3-4196-81A9-91CB1D0A73ED}" type="slidenum">
              <a:rPr lang="en-US" altLang="en-US" smtClean="0"/>
            </a:fld>
            <a:endParaRPr lang="en-US" altLang="en-US" sz="1400"/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406400"/>
            <a:ext cx="7772400" cy="531813"/>
          </a:xfrm>
        </p:spPr>
        <p:txBody>
          <a:bodyPr/>
          <a:lstStyle/>
          <a:p>
            <a:r>
              <a:rPr lang="en-US" altLang="en-US" sz="4000" dirty="0"/>
              <a:t>Trace Code, cont.</a:t>
            </a:r>
            <a:endParaRPr lang="en-US" altLang="en-US" sz="4000" dirty="0"/>
          </a:p>
        </p:txBody>
      </p:sp>
      <p:sp>
        <p:nvSpPr>
          <p:cNvPr id="21508" name="Rectangle 3"/>
          <p:cNvSpPr>
            <a:spLocks noChangeArrowheads="1"/>
          </p:cNvSpPr>
          <p:nvPr/>
        </p:nvSpPr>
        <p:spPr bwMode="auto">
          <a:xfrm>
            <a:off x="2686050" y="23431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1509" name="Rectangle 4"/>
          <p:cNvSpPr>
            <a:spLocks noChangeArrowheads="1"/>
          </p:cNvSpPr>
          <p:nvPr/>
        </p:nvSpPr>
        <p:spPr bwMode="auto">
          <a:xfrm>
            <a:off x="2800350" y="22860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1510" name="Text Box 5"/>
          <p:cNvSpPr txBox="1">
            <a:spLocks noChangeArrowheads="1"/>
          </p:cNvSpPr>
          <p:nvPr/>
        </p:nvSpPr>
        <p:spPr bwMode="auto">
          <a:xfrm>
            <a:off x="152400" y="1905000"/>
            <a:ext cx="4800600" cy="1465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Circle </a:t>
            </a:r>
            <a:r>
              <a:rPr lang="en-US" altLang="en-US" sz="1800" b="1" dirty="0" err="1"/>
              <a:t>myCircle</a:t>
            </a:r>
            <a:r>
              <a:rPr lang="en-US" altLang="en-US" sz="1800" b="1" dirty="0"/>
              <a:t> = new Circle(5.0);</a:t>
            </a:r>
            <a:endParaRPr lang="en-US" altLang="en-US" sz="1800" b="1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b="1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Circle </a:t>
            </a:r>
            <a:r>
              <a:rPr lang="en-US" altLang="en-US" sz="1800" b="1" dirty="0" err="1"/>
              <a:t>yourCircle</a:t>
            </a:r>
            <a:r>
              <a:rPr lang="en-US" altLang="en-US" sz="1800" b="1" dirty="0"/>
              <a:t> = new Circle();</a:t>
            </a:r>
            <a:endParaRPr lang="en-US" altLang="en-US" sz="1800" b="1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b="1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 err="1"/>
              <a:t>yourCircle.radius</a:t>
            </a:r>
            <a:r>
              <a:rPr lang="en-US" altLang="en-US" sz="1800" b="1" dirty="0"/>
              <a:t> = 100;</a:t>
            </a:r>
            <a:endParaRPr lang="en-US" altLang="en-US" sz="1800" b="1" dirty="0"/>
          </a:p>
        </p:txBody>
      </p:sp>
      <p:sp>
        <p:nvSpPr>
          <p:cNvPr id="21511" name="Rectangle 6"/>
          <p:cNvSpPr>
            <a:spLocks noChangeArrowheads="1"/>
          </p:cNvSpPr>
          <p:nvPr/>
        </p:nvSpPr>
        <p:spPr bwMode="auto">
          <a:xfrm>
            <a:off x="1974850" y="1970088"/>
            <a:ext cx="1651000" cy="266700"/>
          </a:xfrm>
          <a:prstGeom prst="rect">
            <a:avLst/>
          </a:prstGeom>
          <a:solidFill>
            <a:schemeClr val="accent1">
              <a:alpha val="45097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graphicFrame>
        <p:nvGraphicFramePr>
          <p:cNvPr id="21512" name="Object 8"/>
          <p:cNvGraphicFramePr>
            <a:graphicFrameLocks noGrp="1" noChangeAspect="1"/>
          </p:cNvGraphicFramePr>
          <p:nvPr>
            <p:ph idx="1"/>
          </p:nvPr>
        </p:nvGraphicFramePr>
        <p:xfrm>
          <a:off x="5570538" y="2852738"/>
          <a:ext cx="2687637" cy="1193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Picture" r:id="rId1" imgW="1026160" imgH="457200" progId="Word.Picture.8">
                  <p:embed/>
                </p:oleObj>
              </mc:Choice>
              <mc:Fallback>
                <p:oleObj name="Picture" r:id="rId1" imgW="1026160" imgH="457200" progId="Word.Picture.8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70538" y="2852738"/>
                        <a:ext cx="2687637" cy="1193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3" name="Rectangle 11"/>
          <p:cNvSpPr>
            <a:spLocks noChangeArrowheads="1"/>
          </p:cNvSpPr>
          <p:nvPr/>
        </p:nvSpPr>
        <p:spPr bwMode="auto">
          <a:xfrm>
            <a:off x="6837363" y="2046288"/>
            <a:ext cx="1524000" cy="30638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144" tIns="9144" rIns="9144" bIns="9144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accent2"/>
                </a:solidFill>
              </a:rPr>
              <a:t>no value</a:t>
            </a:r>
            <a:endParaRPr lang="en-US" altLang="en-US" sz="1800">
              <a:solidFill>
                <a:schemeClr val="accent2"/>
              </a:solidFill>
            </a:endParaRPr>
          </a:p>
        </p:txBody>
      </p:sp>
      <p:sp>
        <p:nvSpPr>
          <p:cNvPr id="21514" name="Text Box 12"/>
          <p:cNvSpPr txBox="1">
            <a:spLocks noChangeArrowheads="1"/>
          </p:cNvSpPr>
          <p:nvPr/>
        </p:nvSpPr>
        <p:spPr bwMode="auto">
          <a:xfrm>
            <a:off x="5724525" y="2020888"/>
            <a:ext cx="11334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/>
              <a:t>myCircle</a:t>
            </a:r>
            <a:endParaRPr lang="en-US" altLang="en-US" sz="1800"/>
          </a:p>
        </p:txBody>
      </p:sp>
      <p:sp>
        <p:nvSpPr>
          <p:cNvPr id="21515" name="AutoShape 7"/>
          <p:cNvSpPr>
            <a:spLocks noChangeArrowheads="1"/>
          </p:cNvSpPr>
          <p:nvPr/>
        </p:nvSpPr>
        <p:spPr bwMode="auto">
          <a:xfrm>
            <a:off x="3881438" y="4695825"/>
            <a:ext cx="1689100" cy="422275"/>
          </a:xfrm>
          <a:prstGeom prst="wedgeRoundRectCallout">
            <a:avLst>
              <a:gd name="adj1" fmla="val 77162"/>
              <a:gd name="adj2" fmla="val -407144"/>
              <a:gd name="adj3" fmla="val 16667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Create a circle</a:t>
            </a:r>
            <a:endParaRPr lang="en-US" altLang="en-US" sz="1800"/>
          </a:p>
        </p:txBody>
      </p:sp>
      <p:sp>
        <p:nvSpPr>
          <p:cNvPr id="21516" name="Rectangle 13"/>
          <p:cNvSpPr>
            <a:spLocks noChangeArrowheads="1"/>
          </p:cNvSpPr>
          <p:nvPr/>
        </p:nvSpPr>
        <p:spPr bwMode="auto">
          <a:xfrm>
            <a:off x="0" y="0"/>
            <a:ext cx="1524000" cy="381000"/>
          </a:xfrm>
          <a:prstGeom prst="rect">
            <a:avLst/>
          </a:prstGeom>
          <a:noFill/>
          <a:ln w="12700">
            <a:solidFill>
              <a:srgbClr val="FF0000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bg2"/>
                </a:solidFill>
                <a:latin typeface="Forte" panose="03060902040502070203" pitchFamily="66" charset="0"/>
              </a:rPr>
              <a:t>animation</a:t>
            </a:r>
            <a:endParaRPr lang="en-US" altLang="en-US" sz="1800">
              <a:solidFill>
                <a:schemeClr val="bg2"/>
              </a:solidFill>
              <a:latin typeface="Forte" panose="03060902040502070203" pitchFamily="66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Number Placeholder 4"/>
          <p:cNvSpPr>
            <a:spLocks noGrp="1"/>
          </p:cNvSpPr>
          <p:nvPr>
            <p:ph type="sldNum" sz="quarter" idx="11"/>
          </p:nvPr>
        </p:nvSpPr>
        <p:spPr bwMode="auto">
          <a:xfrm>
            <a:off x="6553200" y="6399213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/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FEDE364-EDC3-4196-81A9-91CB1D0A73ED}" type="slidenum">
              <a:rPr lang="en-US" altLang="en-US" smtClean="0"/>
            </a:fld>
            <a:endParaRPr lang="en-US" altLang="en-US" sz="1400"/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15130"/>
            <a:ext cx="7772400" cy="531813"/>
          </a:xfrm>
        </p:spPr>
        <p:txBody>
          <a:bodyPr/>
          <a:lstStyle/>
          <a:p>
            <a:r>
              <a:rPr lang="en-US" altLang="en-US" sz="4000" dirty="0"/>
              <a:t>Trace Code, cont.</a:t>
            </a:r>
            <a:endParaRPr lang="en-US" altLang="en-US" sz="4000" dirty="0"/>
          </a:p>
        </p:txBody>
      </p:sp>
      <p:sp>
        <p:nvSpPr>
          <p:cNvPr id="22532" name="Rectangle 3"/>
          <p:cNvSpPr>
            <a:spLocks noChangeArrowheads="1"/>
          </p:cNvSpPr>
          <p:nvPr/>
        </p:nvSpPr>
        <p:spPr bwMode="auto">
          <a:xfrm>
            <a:off x="2686050" y="23431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2533" name="Rectangle 4"/>
          <p:cNvSpPr>
            <a:spLocks noChangeArrowheads="1"/>
          </p:cNvSpPr>
          <p:nvPr/>
        </p:nvSpPr>
        <p:spPr bwMode="auto">
          <a:xfrm>
            <a:off x="2800350" y="22860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2534" name="Text Box 5"/>
          <p:cNvSpPr txBox="1">
            <a:spLocks noChangeArrowheads="1"/>
          </p:cNvSpPr>
          <p:nvPr/>
        </p:nvSpPr>
        <p:spPr bwMode="auto">
          <a:xfrm>
            <a:off x="152400" y="1905000"/>
            <a:ext cx="4800600" cy="1465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Circle </a:t>
            </a:r>
            <a:r>
              <a:rPr lang="en-US" altLang="en-US" sz="1800" b="1" dirty="0" err="1"/>
              <a:t>myCircle</a:t>
            </a:r>
            <a:r>
              <a:rPr lang="en-US" altLang="en-US" sz="1800" b="1" dirty="0"/>
              <a:t> = new Circle(5.0);</a:t>
            </a:r>
            <a:endParaRPr lang="en-US" altLang="en-US" sz="1800" b="1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b="1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Circle </a:t>
            </a:r>
            <a:r>
              <a:rPr lang="en-US" altLang="en-US" sz="1800" b="1" dirty="0" err="1"/>
              <a:t>yourCircle</a:t>
            </a:r>
            <a:r>
              <a:rPr lang="en-US" altLang="en-US" sz="1800" b="1" dirty="0"/>
              <a:t> = new Circle();</a:t>
            </a:r>
            <a:endParaRPr lang="en-US" altLang="en-US" sz="1800" b="1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b="1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 err="1"/>
              <a:t>yourCircle.radius</a:t>
            </a:r>
            <a:r>
              <a:rPr lang="en-US" altLang="en-US" sz="1800" b="1" dirty="0"/>
              <a:t> = 100;</a:t>
            </a:r>
            <a:endParaRPr lang="en-US" altLang="en-US" sz="1800" b="1" dirty="0"/>
          </a:p>
        </p:txBody>
      </p:sp>
      <p:sp>
        <p:nvSpPr>
          <p:cNvPr id="22535" name="Rectangle 6"/>
          <p:cNvSpPr>
            <a:spLocks noChangeArrowheads="1"/>
          </p:cNvSpPr>
          <p:nvPr/>
        </p:nvSpPr>
        <p:spPr bwMode="auto">
          <a:xfrm>
            <a:off x="1730375" y="1970088"/>
            <a:ext cx="192088" cy="268287"/>
          </a:xfrm>
          <a:prstGeom prst="rect">
            <a:avLst/>
          </a:prstGeom>
          <a:solidFill>
            <a:schemeClr val="accent1">
              <a:alpha val="45097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graphicFrame>
        <p:nvGraphicFramePr>
          <p:cNvPr id="22536" name="Object 7"/>
          <p:cNvGraphicFramePr>
            <a:graphicFrameLocks noGrp="1" noChangeAspect="1"/>
          </p:cNvGraphicFramePr>
          <p:nvPr>
            <p:ph idx="1"/>
          </p:nvPr>
        </p:nvGraphicFramePr>
        <p:xfrm>
          <a:off x="5570538" y="2852738"/>
          <a:ext cx="2687637" cy="1193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Picture" r:id="rId1" imgW="1026160" imgH="457200" progId="Word.Picture.8">
                  <p:embed/>
                </p:oleObj>
              </mc:Choice>
              <mc:Fallback>
                <p:oleObj name="Picture" r:id="rId1" imgW="1026160" imgH="457200" progId="Word.Picture.8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70538" y="2852738"/>
                        <a:ext cx="2687637" cy="1193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7" name="Rectangle 8"/>
          <p:cNvSpPr>
            <a:spLocks noChangeArrowheads="1"/>
          </p:cNvSpPr>
          <p:nvPr/>
        </p:nvSpPr>
        <p:spPr bwMode="auto">
          <a:xfrm>
            <a:off x="6837363" y="2046288"/>
            <a:ext cx="1524000" cy="30638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144" tIns="9144" rIns="9144" bIns="9144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accent2"/>
                </a:solidFill>
              </a:rPr>
              <a:t>reference value</a:t>
            </a:r>
            <a:endParaRPr lang="en-US" altLang="en-US" sz="1800">
              <a:solidFill>
                <a:schemeClr val="accent2"/>
              </a:solidFill>
            </a:endParaRPr>
          </a:p>
        </p:txBody>
      </p:sp>
      <p:sp>
        <p:nvSpPr>
          <p:cNvPr id="22538" name="Text Box 9"/>
          <p:cNvSpPr txBox="1">
            <a:spLocks noChangeArrowheads="1"/>
          </p:cNvSpPr>
          <p:nvPr/>
        </p:nvSpPr>
        <p:spPr bwMode="auto">
          <a:xfrm>
            <a:off x="5724525" y="2020888"/>
            <a:ext cx="11334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/>
              <a:t>myCircle</a:t>
            </a:r>
            <a:endParaRPr lang="en-US" altLang="en-US" sz="1800"/>
          </a:p>
        </p:txBody>
      </p:sp>
      <p:sp>
        <p:nvSpPr>
          <p:cNvPr id="22539" name="Line 11"/>
          <p:cNvSpPr>
            <a:spLocks noChangeShapeType="1"/>
          </p:cNvSpPr>
          <p:nvPr/>
        </p:nvSpPr>
        <p:spPr bwMode="auto">
          <a:xfrm flipH="1">
            <a:off x="6991350" y="2238375"/>
            <a:ext cx="652463" cy="80645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 type="none" w="sm" len="sm"/>
            <a:tailEnd type="stealth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40" name="AutoShape 12"/>
          <p:cNvSpPr>
            <a:spLocks noChangeArrowheads="1"/>
          </p:cNvSpPr>
          <p:nvPr/>
        </p:nvSpPr>
        <p:spPr bwMode="auto">
          <a:xfrm>
            <a:off x="3151188" y="2928938"/>
            <a:ext cx="2497137" cy="730250"/>
          </a:xfrm>
          <a:prstGeom prst="wedgeRoundRectCallout">
            <a:avLst>
              <a:gd name="adj1" fmla="val 113509"/>
              <a:gd name="adj2" fmla="val -77606"/>
              <a:gd name="adj3" fmla="val 16667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Assign object reference to myCircle</a:t>
            </a:r>
            <a:endParaRPr lang="en-US" altLang="en-US" sz="1800"/>
          </a:p>
        </p:txBody>
      </p:sp>
      <p:sp>
        <p:nvSpPr>
          <p:cNvPr id="22541" name="Rectangle 13"/>
          <p:cNvSpPr>
            <a:spLocks noChangeArrowheads="1"/>
          </p:cNvSpPr>
          <p:nvPr/>
        </p:nvSpPr>
        <p:spPr bwMode="auto">
          <a:xfrm>
            <a:off x="0" y="0"/>
            <a:ext cx="1524000" cy="381000"/>
          </a:xfrm>
          <a:prstGeom prst="rect">
            <a:avLst/>
          </a:prstGeom>
          <a:noFill/>
          <a:ln w="12700">
            <a:solidFill>
              <a:srgbClr val="FF0000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bg2"/>
                </a:solidFill>
                <a:latin typeface="Forte" panose="03060902040502070203" pitchFamily="66" charset="0"/>
              </a:rPr>
              <a:t>animation</a:t>
            </a:r>
            <a:endParaRPr lang="en-US" altLang="en-US" sz="1800">
              <a:solidFill>
                <a:schemeClr val="bg2"/>
              </a:solidFill>
              <a:latin typeface="Forte" panose="03060902040502070203" pitchFamily="66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Number Placeholder 4"/>
          <p:cNvSpPr>
            <a:spLocks noGrp="1"/>
          </p:cNvSpPr>
          <p:nvPr>
            <p:ph type="sldNum" sz="quarter" idx="11"/>
          </p:nvPr>
        </p:nvSpPr>
        <p:spPr bwMode="auto">
          <a:xfrm>
            <a:off x="6553200" y="6399213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/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FEDE364-EDC3-4196-81A9-91CB1D0A73ED}" type="slidenum">
              <a:rPr lang="en-US" altLang="en-US" smtClean="0"/>
            </a:fld>
            <a:endParaRPr lang="en-US" altLang="en-US" sz="1400"/>
          </a:p>
        </p:txBody>
      </p:sp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>
          <a:xfrm>
            <a:off x="717550" y="396875"/>
            <a:ext cx="7772400" cy="531813"/>
          </a:xfrm>
        </p:spPr>
        <p:txBody>
          <a:bodyPr/>
          <a:lstStyle/>
          <a:p>
            <a:r>
              <a:rPr lang="en-US" altLang="en-US" sz="4000" dirty="0"/>
              <a:t>Trace Code, cont.</a:t>
            </a:r>
            <a:endParaRPr lang="en-US" altLang="en-US" sz="4000" dirty="0"/>
          </a:p>
        </p:txBody>
      </p:sp>
      <p:sp>
        <p:nvSpPr>
          <p:cNvPr id="23556" name="Rectangle 3"/>
          <p:cNvSpPr>
            <a:spLocks noChangeArrowheads="1"/>
          </p:cNvSpPr>
          <p:nvPr/>
        </p:nvSpPr>
        <p:spPr bwMode="auto">
          <a:xfrm>
            <a:off x="2686050" y="23431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3557" name="Rectangle 4"/>
          <p:cNvSpPr>
            <a:spLocks noChangeArrowheads="1"/>
          </p:cNvSpPr>
          <p:nvPr/>
        </p:nvSpPr>
        <p:spPr bwMode="auto">
          <a:xfrm>
            <a:off x="2800350" y="22860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3558" name="Text Box 5"/>
          <p:cNvSpPr txBox="1">
            <a:spLocks noChangeArrowheads="1"/>
          </p:cNvSpPr>
          <p:nvPr/>
        </p:nvSpPr>
        <p:spPr bwMode="auto">
          <a:xfrm>
            <a:off x="152400" y="1085850"/>
            <a:ext cx="4800600" cy="1465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Circle </a:t>
            </a:r>
            <a:r>
              <a:rPr lang="en-US" altLang="en-US" sz="1800" b="1" dirty="0" err="1"/>
              <a:t>myCircle</a:t>
            </a:r>
            <a:r>
              <a:rPr lang="en-US" altLang="en-US" sz="1800" b="1" dirty="0"/>
              <a:t> = new Circle(5.0);</a:t>
            </a:r>
            <a:endParaRPr lang="en-US" altLang="en-US" sz="1800" b="1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b="1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Circle </a:t>
            </a:r>
            <a:r>
              <a:rPr lang="en-US" altLang="en-US" sz="1800" b="1" dirty="0" err="1"/>
              <a:t>yourCircle</a:t>
            </a:r>
            <a:r>
              <a:rPr lang="en-US" altLang="en-US" sz="1800" b="1" dirty="0"/>
              <a:t> = new Circle();</a:t>
            </a:r>
            <a:endParaRPr lang="en-US" altLang="en-US" sz="1800" b="1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b="1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 err="1"/>
              <a:t>yourCircle.radius</a:t>
            </a:r>
            <a:r>
              <a:rPr lang="en-US" altLang="en-US" sz="1800" b="1" dirty="0"/>
              <a:t> = 100;</a:t>
            </a:r>
            <a:endParaRPr lang="en-US" altLang="en-US" sz="1800" b="1" dirty="0"/>
          </a:p>
        </p:txBody>
      </p:sp>
      <p:graphicFrame>
        <p:nvGraphicFramePr>
          <p:cNvPr id="23559" name="Object 7"/>
          <p:cNvGraphicFramePr>
            <a:graphicFrameLocks noGrp="1" noChangeAspect="1"/>
          </p:cNvGraphicFramePr>
          <p:nvPr>
            <p:ph idx="1"/>
          </p:nvPr>
        </p:nvGraphicFramePr>
        <p:xfrm>
          <a:off x="5570538" y="2033588"/>
          <a:ext cx="2687637" cy="1193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Picture" r:id="rId1" imgW="1026160" imgH="457200" progId="Word.Picture.8">
                  <p:embed/>
                </p:oleObj>
              </mc:Choice>
              <mc:Fallback>
                <p:oleObj name="Picture" r:id="rId1" imgW="1026160" imgH="457200" progId="Word.Picture.8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70538" y="2033588"/>
                        <a:ext cx="2687637" cy="1193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60" name="Rectangle 8"/>
          <p:cNvSpPr>
            <a:spLocks noChangeArrowheads="1"/>
          </p:cNvSpPr>
          <p:nvPr/>
        </p:nvSpPr>
        <p:spPr bwMode="auto">
          <a:xfrm>
            <a:off x="6837363" y="1227138"/>
            <a:ext cx="1524000" cy="30638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144" tIns="9144" rIns="9144" bIns="9144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accent2"/>
                </a:solidFill>
              </a:rPr>
              <a:t>reference value</a:t>
            </a:r>
            <a:endParaRPr lang="en-US" altLang="en-US" sz="1800">
              <a:solidFill>
                <a:schemeClr val="accent2"/>
              </a:solidFill>
            </a:endParaRPr>
          </a:p>
        </p:txBody>
      </p:sp>
      <p:sp>
        <p:nvSpPr>
          <p:cNvPr id="23561" name="Text Box 9"/>
          <p:cNvSpPr txBox="1">
            <a:spLocks noChangeArrowheads="1"/>
          </p:cNvSpPr>
          <p:nvPr/>
        </p:nvSpPr>
        <p:spPr bwMode="auto">
          <a:xfrm>
            <a:off x="5724525" y="1201738"/>
            <a:ext cx="11334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/>
              <a:t>myCircle</a:t>
            </a:r>
            <a:endParaRPr lang="en-US" altLang="en-US" sz="1800"/>
          </a:p>
        </p:txBody>
      </p:sp>
      <p:sp>
        <p:nvSpPr>
          <p:cNvPr id="23562" name="Line 10"/>
          <p:cNvSpPr>
            <a:spLocks noChangeShapeType="1"/>
          </p:cNvSpPr>
          <p:nvPr/>
        </p:nvSpPr>
        <p:spPr bwMode="auto">
          <a:xfrm flipH="1">
            <a:off x="6991350" y="1419225"/>
            <a:ext cx="652463" cy="80645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 type="none" w="sm" len="sm"/>
            <a:tailEnd type="stealth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63" name="Rectangle 12"/>
          <p:cNvSpPr>
            <a:spLocks noChangeArrowheads="1"/>
          </p:cNvSpPr>
          <p:nvPr/>
        </p:nvSpPr>
        <p:spPr bwMode="auto">
          <a:xfrm>
            <a:off x="239713" y="1700213"/>
            <a:ext cx="1720850" cy="268287"/>
          </a:xfrm>
          <a:prstGeom prst="rect">
            <a:avLst/>
          </a:prstGeom>
          <a:solidFill>
            <a:schemeClr val="accent1">
              <a:alpha val="45097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3564" name="Rectangle 13"/>
          <p:cNvSpPr>
            <a:spLocks noChangeArrowheads="1"/>
          </p:cNvSpPr>
          <p:nvPr/>
        </p:nvSpPr>
        <p:spPr bwMode="auto">
          <a:xfrm>
            <a:off x="6837363" y="3582988"/>
            <a:ext cx="1524000" cy="30638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144" tIns="9144" rIns="9144" bIns="9144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accent2"/>
                </a:solidFill>
              </a:rPr>
              <a:t>no value</a:t>
            </a:r>
            <a:endParaRPr lang="en-US" altLang="en-US" sz="1800">
              <a:solidFill>
                <a:schemeClr val="accent2"/>
              </a:solidFill>
            </a:endParaRPr>
          </a:p>
        </p:txBody>
      </p:sp>
      <p:sp>
        <p:nvSpPr>
          <p:cNvPr id="23565" name="Text Box 14"/>
          <p:cNvSpPr txBox="1">
            <a:spLocks noChangeArrowheads="1"/>
          </p:cNvSpPr>
          <p:nvPr/>
        </p:nvSpPr>
        <p:spPr bwMode="auto">
          <a:xfrm>
            <a:off x="5724525" y="3557588"/>
            <a:ext cx="12287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/>
              <a:t>yourCircle</a:t>
            </a:r>
            <a:endParaRPr lang="en-US" altLang="en-US" sz="1800"/>
          </a:p>
        </p:txBody>
      </p:sp>
      <p:sp>
        <p:nvSpPr>
          <p:cNvPr id="23566" name="AutoShape 11"/>
          <p:cNvSpPr>
            <a:spLocks noChangeArrowheads="1"/>
          </p:cNvSpPr>
          <p:nvPr/>
        </p:nvSpPr>
        <p:spPr bwMode="auto">
          <a:xfrm>
            <a:off x="5646738" y="4887913"/>
            <a:ext cx="2843212" cy="500062"/>
          </a:xfrm>
          <a:prstGeom prst="wedgeRoundRectCallout">
            <a:avLst>
              <a:gd name="adj1" fmla="val -5444"/>
              <a:gd name="adj2" fmla="val -261431"/>
              <a:gd name="adj3" fmla="val 16667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Declare yourCircle</a:t>
            </a:r>
            <a:endParaRPr lang="en-US" altLang="en-US" sz="2400"/>
          </a:p>
        </p:txBody>
      </p:sp>
      <p:sp>
        <p:nvSpPr>
          <p:cNvPr id="23567" name="Rectangle 15"/>
          <p:cNvSpPr>
            <a:spLocks noChangeArrowheads="1"/>
          </p:cNvSpPr>
          <p:nvPr/>
        </p:nvSpPr>
        <p:spPr bwMode="auto">
          <a:xfrm>
            <a:off x="0" y="0"/>
            <a:ext cx="1524000" cy="381000"/>
          </a:xfrm>
          <a:prstGeom prst="rect">
            <a:avLst/>
          </a:prstGeom>
          <a:noFill/>
          <a:ln w="12700">
            <a:solidFill>
              <a:srgbClr val="FF0000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bg2"/>
                </a:solidFill>
                <a:latin typeface="Forte" panose="03060902040502070203" pitchFamily="66" charset="0"/>
              </a:rPr>
              <a:t>animation</a:t>
            </a:r>
            <a:endParaRPr lang="en-US" altLang="en-US" sz="1800">
              <a:solidFill>
                <a:schemeClr val="bg2"/>
              </a:solidFill>
              <a:latin typeface="Forte" panose="03060902040502070203" pitchFamily="66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Number Placeholder 4"/>
          <p:cNvSpPr>
            <a:spLocks noGrp="1"/>
          </p:cNvSpPr>
          <p:nvPr>
            <p:ph type="sldNum" sz="quarter" idx="11"/>
          </p:nvPr>
        </p:nvSpPr>
        <p:spPr bwMode="auto">
          <a:xfrm>
            <a:off x="6553200" y="6399213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/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FEDE364-EDC3-4196-81A9-91CB1D0A73ED}" type="slidenum">
              <a:rPr lang="en-US" altLang="en-US" smtClean="0"/>
            </a:fld>
            <a:endParaRPr lang="en-US" altLang="en-US" sz="1400"/>
          </a:p>
        </p:txBody>
      </p:sp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>
          <a:xfrm>
            <a:off x="732345" y="416719"/>
            <a:ext cx="7772400" cy="531813"/>
          </a:xfrm>
        </p:spPr>
        <p:txBody>
          <a:bodyPr/>
          <a:lstStyle/>
          <a:p>
            <a:r>
              <a:rPr lang="en-US" altLang="en-US" sz="4000" dirty="0"/>
              <a:t>Trace Code, cont.</a:t>
            </a:r>
            <a:endParaRPr lang="en-US" altLang="en-US" sz="4000" dirty="0"/>
          </a:p>
        </p:txBody>
      </p:sp>
      <p:sp>
        <p:nvSpPr>
          <p:cNvPr id="24580" name="Rectangle 3"/>
          <p:cNvSpPr>
            <a:spLocks noChangeArrowheads="1"/>
          </p:cNvSpPr>
          <p:nvPr/>
        </p:nvSpPr>
        <p:spPr bwMode="auto">
          <a:xfrm>
            <a:off x="2686050" y="23431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4581" name="Rectangle 4"/>
          <p:cNvSpPr>
            <a:spLocks noChangeArrowheads="1"/>
          </p:cNvSpPr>
          <p:nvPr/>
        </p:nvSpPr>
        <p:spPr bwMode="auto">
          <a:xfrm>
            <a:off x="2800350" y="22860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4582" name="Text Box 5"/>
          <p:cNvSpPr txBox="1">
            <a:spLocks noChangeArrowheads="1"/>
          </p:cNvSpPr>
          <p:nvPr/>
        </p:nvSpPr>
        <p:spPr bwMode="auto">
          <a:xfrm>
            <a:off x="152400" y="1085850"/>
            <a:ext cx="4800600" cy="1465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Circle </a:t>
            </a:r>
            <a:r>
              <a:rPr lang="en-US" altLang="en-US" sz="1800" b="1" dirty="0" err="1"/>
              <a:t>myCircle</a:t>
            </a:r>
            <a:r>
              <a:rPr lang="en-US" altLang="en-US" sz="1800" b="1" dirty="0"/>
              <a:t> = new Circle(5.0);</a:t>
            </a:r>
            <a:endParaRPr lang="en-US" altLang="en-US" sz="1800" b="1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b="1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Circle </a:t>
            </a:r>
            <a:r>
              <a:rPr lang="en-US" altLang="en-US" sz="1800" b="1" dirty="0" err="1"/>
              <a:t>yourCircle</a:t>
            </a:r>
            <a:r>
              <a:rPr lang="en-US" altLang="en-US" sz="1800" b="1" dirty="0"/>
              <a:t> = new Circle();</a:t>
            </a:r>
            <a:endParaRPr lang="en-US" altLang="en-US" sz="1800" b="1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b="1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 err="1"/>
              <a:t>yourCircle.radius</a:t>
            </a:r>
            <a:r>
              <a:rPr lang="en-US" altLang="en-US" sz="1800" b="1" dirty="0"/>
              <a:t> = 100;</a:t>
            </a:r>
            <a:endParaRPr lang="en-US" altLang="en-US" sz="1800" b="1" dirty="0"/>
          </a:p>
        </p:txBody>
      </p:sp>
      <p:graphicFrame>
        <p:nvGraphicFramePr>
          <p:cNvPr id="24583" name="Object 6"/>
          <p:cNvGraphicFramePr>
            <a:graphicFrameLocks noGrp="1" noChangeAspect="1"/>
          </p:cNvGraphicFramePr>
          <p:nvPr>
            <p:ph idx="1"/>
          </p:nvPr>
        </p:nvGraphicFramePr>
        <p:xfrm>
          <a:off x="5570538" y="2033588"/>
          <a:ext cx="2687637" cy="1193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Picture" r:id="rId1" imgW="1026160" imgH="457200" progId="Word.Picture.8">
                  <p:embed/>
                </p:oleObj>
              </mc:Choice>
              <mc:Fallback>
                <p:oleObj name="Picture" r:id="rId1" imgW="1026160" imgH="457200" progId="Word.Picture.8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70538" y="2033588"/>
                        <a:ext cx="2687637" cy="1193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4" name="Rectangle 7"/>
          <p:cNvSpPr>
            <a:spLocks noChangeArrowheads="1"/>
          </p:cNvSpPr>
          <p:nvPr/>
        </p:nvSpPr>
        <p:spPr bwMode="auto">
          <a:xfrm>
            <a:off x="6837363" y="1227138"/>
            <a:ext cx="1524000" cy="30638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144" tIns="9144" rIns="9144" bIns="9144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accent2"/>
                </a:solidFill>
              </a:rPr>
              <a:t>reference value</a:t>
            </a:r>
            <a:endParaRPr lang="en-US" altLang="en-US" sz="1800">
              <a:solidFill>
                <a:schemeClr val="accent2"/>
              </a:solidFill>
            </a:endParaRPr>
          </a:p>
        </p:txBody>
      </p:sp>
      <p:sp>
        <p:nvSpPr>
          <p:cNvPr id="24585" name="Text Box 8"/>
          <p:cNvSpPr txBox="1">
            <a:spLocks noChangeArrowheads="1"/>
          </p:cNvSpPr>
          <p:nvPr/>
        </p:nvSpPr>
        <p:spPr bwMode="auto">
          <a:xfrm>
            <a:off x="5724525" y="1201738"/>
            <a:ext cx="11334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/>
              <a:t>myCircle</a:t>
            </a:r>
            <a:endParaRPr lang="en-US" altLang="en-US" sz="1800"/>
          </a:p>
        </p:txBody>
      </p:sp>
      <p:sp>
        <p:nvSpPr>
          <p:cNvPr id="24586" name="Line 9"/>
          <p:cNvSpPr>
            <a:spLocks noChangeShapeType="1"/>
          </p:cNvSpPr>
          <p:nvPr/>
        </p:nvSpPr>
        <p:spPr bwMode="auto">
          <a:xfrm flipH="1">
            <a:off x="6991350" y="1419225"/>
            <a:ext cx="652463" cy="80645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 type="none" w="sm" len="sm"/>
            <a:tailEnd type="stealth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87" name="Rectangle 11"/>
          <p:cNvSpPr>
            <a:spLocks noChangeArrowheads="1"/>
          </p:cNvSpPr>
          <p:nvPr/>
        </p:nvSpPr>
        <p:spPr bwMode="auto">
          <a:xfrm>
            <a:off x="6837363" y="3582988"/>
            <a:ext cx="1524000" cy="30638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144" tIns="9144" rIns="9144" bIns="9144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accent2"/>
                </a:solidFill>
              </a:rPr>
              <a:t>no value</a:t>
            </a:r>
            <a:endParaRPr lang="en-US" altLang="en-US" sz="1800">
              <a:solidFill>
                <a:schemeClr val="accent2"/>
              </a:solidFill>
            </a:endParaRPr>
          </a:p>
        </p:txBody>
      </p:sp>
      <p:sp>
        <p:nvSpPr>
          <p:cNvPr id="24588" name="Text Box 12"/>
          <p:cNvSpPr txBox="1">
            <a:spLocks noChangeArrowheads="1"/>
          </p:cNvSpPr>
          <p:nvPr/>
        </p:nvSpPr>
        <p:spPr bwMode="auto">
          <a:xfrm>
            <a:off x="5724525" y="3557588"/>
            <a:ext cx="12287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/>
              <a:t>yourCircle</a:t>
            </a:r>
            <a:endParaRPr lang="en-US" altLang="en-US" sz="1800"/>
          </a:p>
        </p:txBody>
      </p:sp>
      <p:sp>
        <p:nvSpPr>
          <p:cNvPr id="24589" name="Rectangle 14"/>
          <p:cNvSpPr>
            <a:spLocks noChangeArrowheads="1"/>
          </p:cNvSpPr>
          <p:nvPr/>
        </p:nvSpPr>
        <p:spPr bwMode="auto">
          <a:xfrm>
            <a:off x="2166938" y="1662113"/>
            <a:ext cx="1266825" cy="307975"/>
          </a:xfrm>
          <a:prstGeom prst="rect">
            <a:avLst/>
          </a:prstGeom>
          <a:solidFill>
            <a:schemeClr val="accent1">
              <a:alpha val="45097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graphicFrame>
        <p:nvGraphicFramePr>
          <p:cNvPr id="24590" name="Object 15"/>
          <p:cNvGraphicFramePr>
            <a:graphicFrameLocks noChangeAspect="1"/>
          </p:cNvGraphicFramePr>
          <p:nvPr/>
        </p:nvGraphicFramePr>
        <p:xfrm>
          <a:off x="5800725" y="4351338"/>
          <a:ext cx="2687638" cy="1193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Picture" r:id="rId3" imgW="1028700" imgH="457200" progId="Word.Picture.8">
                  <p:embed/>
                </p:oleObj>
              </mc:Choice>
              <mc:Fallback>
                <p:oleObj name="Picture" r:id="rId3" imgW="1028700" imgH="457200" progId="Word.Picture.8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00725" y="4351338"/>
                        <a:ext cx="2687638" cy="1193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91" name="AutoShape 16"/>
          <p:cNvSpPr>
            <a:spLocks noChangeArrowheads="1"/>
          </p:cNvSpPr>
          <p:nvPr/>
        </p:nvSpPr>
        <p:spPr bwMode="auto">
          <a:xfrm>
            <a:off x="3573463" y="4927600"/>
            <a:ext cx="1804987" cy="652463"/>
          </a:xfrm>
          <a:prstGeom prst="wedgeRoundRectCallout">
            <a:avLst>
              <a:gd name="adj1" fmla="val 89227"/>
              <a:gd name="adj2" fmla="val -87227"/>
              <a:gd name="adj3" fmla="val 16667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Create a new Circle object</a:t>
            </a:r>
            <a:endParaRPr lang="en-US" altLang="en-US" sz="1800"/>
          </a:p>
        </p:txBody>
      </p:sp>
      <p:sp>
        <p:nvSpPr>
          <p:cNvPr id="24592" name="Rectangle 17"/>
          <p:cNvSpPr>
            <a:spLocks noChangeArrowheads="1"/>
          </p:cNvSpPr>
          <p:nvPr/>
        </p:nvSpPr>
        <p:spPr bwMode="auto">
          <a:xfrm>
            <a:off x="0" y="0"/>
            <a:ext cx="1524000" cy="381000"/>
          </a:xfrm>
          <a:prstGeom prst="rect">
            <a:avLst/>
          </a:prstGeom>
          <a:noFill/>
          <a:ln w="12700">
            <a:solidFill>
              <a:srgbClr val="FF0000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bg2"/>
                </a:solidFill>
                <a:latin typeface="Forte" panose="03060902040502070203" pitchFamily="66" charset="0"/>
              </a:rPr>
              <a:t>animation</a:t>
            </a:r>
            <a:endParaRPr lang="en-US" altLang="en-US" sz="1800">
              <a:solidFill>
                <a:schemeClr val="bg2"/>
              </a:solidFill>
              <a:latin typeface="Forte" panose="03060902040502070203" pitchFamily="66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Number Placeholder 4"/>
          <p:cNvSpPr>
            <a:spLocks noGrp="1"/>
          </p:cNvSpPr>
          <p:nvPr>
            <p:ph type="sldNum" sz="quarter" idx="11"/>
          </p:nvPr>
        </p:nvSpPr>
        <p:spPr bwMode="auto">
          <a:xfrm>
            <a:off x="6553200" y="6399213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/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FEDE364-EDC3-4196-81A9-91CB1D0A73ED}" type="slidenum">
              <a:rPr lang="en-US" altLang="en-US" smtClean="0"/>
            </a:fld>
            <a:endParaRPr lang="en-US" altLang="en-US" sz="1400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687093" y="381000"/>
            <a:ext cx="7772400" cy="531813"/>
          </a:xfrm>
        </p:spPr>
        <p:txBody>
          <a:bodyPr/>
          <a:lstStyle/>
          <a:p>
            <a:r>
              <a:rPr lang="en-US" altLang="en-US" sz="4000" dirty="0"/>
              <a:t>Trace Code, cont.</a:t>
            </a:r>
            <a:endParaRPr lang="en-US" altLang="en-US" sz="4000" dirty="0"/>
          </a:p>
        </p:txBody>
      </p:sp>
      <p:sp>
        <p:nvSpPr>
          <p:cNvPr id="25604" name="Rectangle 3"/>
          <p:cNvSpPr>
            <a:spLocks noChangeArrowheads="1"/>
          </p:cNvSpPr>
          <p:nvPr/>
        </p:nvSpPr>
        <p:spPr bwMode="auto">
          <a:xfrm>
            <a:off x="2686050" y="23431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5605" name="Rectangle 4"/>
          <p:cNvSpPr>
            <a:spLocks noChangeArrowheads="1"/>
          </p:cNvSpPr>
          <p:nvPr/>
        </p:nvSpPr>
        <p:spPr bwMode="auto">
          <a:xfrm>
            <a:off x="2800350" y="22860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5606" name="Text Box 5"/>
          <p:cNvSpPr txBox="1">
            <a:spLocks noChangeArrowheads="1"/>
          </p:cNvSpPr>
          <p:nvPr/>
        </p:nvSpPr>
        <p:spPr bwMode="auto">
          <a:xfrm>
            <a:off x="152400" y="1085850"/>
            <a:ext cx="4800600" cy="1465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Circle </a:t>
            </a:r>
            <a:r>
              <a:rPr lang="en-US" altLang="en-US" sz="1800" b="1" dirty="0" err="1"/>
              <a:t>myCircle</a:t>
            </a:r>
            <a:r>
              <a:rPr lang="en-US" altLang="en-US" sz="1800" b="1" dirty="0"/>
              <a:t> = new Circle(5.0);</a:t>
            </a:r>
            <a:endParaRPr lang="en-US" altLang="en-US" sz="1800" b="1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b="1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Circle </a:t>
            </a:r>
            <a:r>
              <a:rPr lang="en-US" altLang="en-US" sz="1800" b="1" dirty="0" err="1"/>
              <a:t>yourCircle</a:t>
            </a:r>
            <a:r>
              <a:rPr lang="en-US" altLang="en-US" sz="1800" b="1" dirty="0"/>
              <a:t> = new Circle();</a:t>
            </a:r>
            <a:endParaRPr lang="en-US" altLang="en-US" sz="1800" b="1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b="1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 err="1"/>
              <a:t>yourCircle.radius</a:t>
            </a:r>
            <a:r>
              <a:rPr lang="en-US" altLang="en-US" sz="1800" b="1" dirty="0"/>
              <a:t> = 100;</a:t>
            </a:r>
            <a:endParaRPr lang="en-US" altLang="en-US" sz="1800" b="1" dirty="0"/>
          </a:p>
        </p:txBody>
      </p:sp>
      <p:graphicFrame>
        <p:nvGraphicFramePr>
          <p:cNvPr id="25607" name="Object 6"/>
          <p:cNvGraphicFramePr>
            <a:graphicFrameLocks noGrp="1" noChangeAspect="1"/>
          </p:cNvGraphicFramePr>
          <p:nvPr>
            <p:ph idx="1"/>
          </p:nvPr>
        </p:nvGraphicFramePr>
        <p:xfrm>
          <a:off x="5570538" y="2033588"/>
          <a:ext cx="2687637" cy="1193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Picture" r:id="rId1" imgW="1026160" imgH="457200" progId="Word.Picture.8">
                  <p:embed/>
                </p:oleObj>
              </mc:Choice>
              <mc:Fallback>
                <p:oleObj name="Picture" r:id="rId1" imgW="1026160" imgH="457200" progId="Word.Picture.8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70538" y="2033588"/>
                        <a:ext cx="2687637" cy="1193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8" name="Rectangle 7"/>
          <p:cNvSpPr>
            <a:spLocks noChangeArrowheads="1"/>
          </p:cNvSpPr>
          <p:nvPr/>
        </p:nvSpPr>
        <p:spPr bwMode="auto">
          <a:xfrm>
            <a:off x="6837363" y="1227138"/>
            <a:ext cx="1524000" cy="30638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144" tIns="9144" rIns="9144" bIns="9144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>
                <a:solidFill>
                  <a:srgbClr val="FF0000"/>
                </a:solidFill>
              </a:rPr>
              <a:t>reference value</a:t>
            </a:r>
            <a:endParaRPr lang="en-US" altLang="en-US" sz="1800" b="1" dirty="0">
              <a:solidFill>
                <a:srgbClr val="FF0000"/>
              </a:solidFill>
            </a:endParaRPr>
          </a:p>
        </p:txBody>
      </p:sp>
      <p:sp>
        <p:nvSpPr>
          <p:cNvPr id="25609" name="Text Box 8"/>
          <p:cNvSpPr txBox="1">
            <a:spLocks noChangeArrowheads="1"/>
          </p:cNvSpPr>
          <p:nvPr/>
        </p:nvSpPr>
        <p:spPr bwMode="auto">
          <a:xfrm>
            <a:off x="5724525" y="1201738"/>
            <a:ext cx="11334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/>
              <a:t>myCircle</a:t>
            </a:r>
            <a:endParaRPr lang="en-US" altLang="en-US" sz="1800"/>
          </a:p>
        </p:txBody>
      </p:sp>
      <p:sp>
        <p:nvSpPr>
          <p:cNvPr id="25610" name="Line 9"/>
          <p:cNvSpPr>
            <a:spLocks noChangeShapeType="1"/>
          </p:cNvSpPr>
          <p:nvPr/>
        </p:nvSpPr>
        <p:spPr bwMode="auto">
          <a:xfrm flipH="1">
            <a:off x="6991350" y="1419225"/>
            <a:ext cx="652463" cy="80645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 type="none" w="sm" len="sm"/>
            <a:tailEnd type="stealth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11" name="Rectangle 10"/>
          <p:cNvSpPr>
            <a:spLocks noChangeArrowheads="1"/>
          </p:cNvSpPr>
          <p:nvPr/>
        </p:nvSpPr>
        <p:spPr bwMode="auto">
          <a:xfrm>
            <a:off x="6837363" y="3582988"/>
            <a:ext cx="1524000" cy="30638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144" tIns="9144" rIns="9144" bIns="9144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>
                <a:solidFill>
                  <a:srgbClr val="FF0000"/>
                </a:solidFill>
              </a:rPr>
              <a:t>reference value</a:t>
            </a:r>
            <a:endParaRPr lang="en-US" altLang="en-US" sz="1800" b="1" dirty="0">
              <a:solidFill>
                <a:srgbClr val="FF0000"/>
              </a:solidFill>
            </a:endParaRPr>
          </a:p>
        </p:txBody>
      </p:sp>
      <p:sp>
        <p:nvSpPr>
          <p:cNvPr id="25612" name="Text Box 11"/>
          <p:cNvSpPr txBox="1">
            <a:spLocks noChangeArrowheads="1"/>
          </p:cNvSpPr>
          <p:nvPr/>
        </p:nvSpPr>
        <p:spPr bwMode="auto">
          <a:xfrm>
            <a:off x="5724525" y="3557588"/>
            <a:ext cx="12287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/>
              <a:t>yourCircle</a:t>
            </a:r>
            <a:endParaRPr lang="en-US" altLang="en-US" sz="1800"/>
          </a:p>
        </p:txBody>
      </p:sp>
      <p:sp>
        <p:nvSpPr>
          <p:cNvPr id="25613" name="Rectangle 12"/>
          <p:cNvSpPr>
            <a:spLocks noChangeArrowheads="1"/>
          </p:cNvSpPr>
          <p:nvPr/>
        </p:nvSpPr>
        <p:spPr bwMode="auto">
          <a:xfrm>
            <a:off x="1960563" y="1700213"/>
            <a:ext cx="230187" cy="268287"/>
          </a:xfrm>
          <a:prstGeom prst="rect">
            <a:avLst/>
          </a:prstGeom>
          <a:solidFill>
            <a:schemeClr val="accent1">
              <a:alpha val="45097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graphicFrame>
        <p:nvGraphicFramePr>
          <p:cNvPr id="25614" name="Object 13"/>
          <p:cNvGraphicFramePr>
            <a:graphicFrameLocks noChangeAspect="1"/>
          </p:cNvGraphicFramePr>
          <p:nvPr/>
        </p:nvGraphicFramePr>
        <p:xfrm>
          <a:off x="5800725" y="4351338"/>
          <a:ext cx="2687638" cy="1193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Picture" r:id="rId3" imgW="1028700" imgH="456565" progId="Word.Picture.8">
                  <p:embed/>
                </p:oleObj>
              </mc:Choice>
              <mc:Fallback>
                <p:oleObj name="Picture" r:id="rId3" imgW="1028700" imgH="456565" progId="Word.Picture.8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00725" y="4351338"/>
                        <a:ext cx="2687638" cy="1193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15" name="AutoShape 15"/>
          <p:cNvSpPr>
            <a:spLocks noChangeArrowheads="1"/>
          </p:cNvSpPr>
          <p:nvPr/>
        </p:nvSpPr>
        <p:spPr bwMode="auto">
          <a:xfrm>
            <a:off x="3343275" y="4119563"/>
            <a:ext cx="2495550" cy="692150"/>
          </a:xfrm>
          <a:prstGeom prst="wedgeRoundRectCallout">
            <a:avLst>
              <a:gd name="adj1" fmla="val 98028"/>
              <a:gd name="adj2" fmla="val -52523"/>
              <a:gd name="adj3" fmla="val 16667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Assign object reference to yourCircle</a:t>
            </a:r>
            <a:endParaRPr lang="en-US" altLang="en-US" sz="1800"/>
          </a:p>
        </p:txBody>
      </p:sp>
      <p:sp>
        <p:nvSpPr>
          <p:cNvPr id="25616" name="Line 16"/>
          <p:cNvSpPr>
            <a:spLocks noChangeShapeType="1"/>
          </p:cNvSpPr>
          <p:nvPr/>
        </p:nvSpPr>
        <p:spPr bwMode="auto">
          <a:xfrm flipH="1">
            <a:off x="7107238" y="3813175"/>
            <a:ext cx="652462" cy="80645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 type="none" w="sm" len="sm"/>
            <a:tailEnd type="stealth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17" name="Rectangle 17"/>
          <p:cNvSpPr>
            <a:spLocks noChangeArrowheads="1"/>
          </p:cNvSpPr>
          <p:nvPr/>
        </p:nvSpPr>
        <p:spPr bwMode="auto">
          <a:xfrm>
            <a:off x="0" y="0"/>
            <a:ext cx="1524000" cy="381000"/>
          </a:xfrm>
          <a:prstGeom prst="rect">
            <a:avLst/>
          </a:prstGeom>
          <a:noFill/>
          <a:ln w="12700">
            <a:solidFill>
              <a:srgbClr val="FF0000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bg2"/>
                </a:solidFill>
                <a:latin typeface="Forte" panose="03060902040502070203" pitchFamily="66" charset="0"/>
              </a:rPr>
              <a:t>animation</a:t>
            </a:r>
            <a:endParaRPr lang="en-US" altLang="en-US" sz="1800">
              <a:solidFill>
                <a:schemeClr val="bg2"/>
              </a:solidFill>
              <a:latin typeface="Forte" panose="03060902040502070203" pitchFamily="66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Number Placeholder 4"/>
          <p:cNvSpPr>
            <a:spLocks noGrp="1"/>
          </p:cNvSpPr>
          <p:nvPr>
            <p:ph type="sldNum" sz="quarter" idx="11"/>
          </p:nvPr>
        </p:nvSpPr>
        <p:spPr bwMode="auto">
          <a:xfrm>
            <a:off x="6553200" y="6399213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/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FEDE364-EDC3-4196-81A9-91CB1D0A73ED}" type="slidenum">
              <a:rPr lang="en-US" altLang="en-US" smtClean="0"/>
            </a:fld>
            <a:endParaRPr lang="en-US" altLang="en-US" sz="1400"/>
          </a:p>
        </p:txBody>
      </p:sp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>
          <a:xfrm>
            <a:off x="715963" y="416719"/>
            <a:ext cx="7772400" cy="531813"/>
          </a:xfrm>
        </p:spPr>
        <p:txBody>
          <a:bodyPr/>
          <a:lstStyle/>
          <a:p>
            <a:r>
              <a:rPr lang="en-US" altLang="en-US" sz="4000" dirty="0"/>
              <a:t>Trace Code, cont.</a:t>
            </a:r>
            <a:endParaRPr lang="en-US" altLang="en-US" sz="4000" dirty="0"/>
          </a:p>
        </p:txBody>
      </p:sp>
      <p:sp>
        <p:nvSpPr>
          <p:cNvPr id="26628" name="Rectangle 3"/>
          <p:cNvSpPr>
            <a:spLocks noChangeArrowheads="1"/>
          </p:cNvSpPr>
          <p:nvPr/>
        </p:nvSpPr>
        <p:spPr bwMode="auto">
          <a:xfrm>
            <a:off x="2686050" y="23431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6629" name="Rectangle 4"/>
          <p:cNvSpPr>
            <a:spLocks noChangeArrowheads="1"/>
          </p:cNvSpPr>
          <p:nvPr/>
        </p:nvSpPr>
        <p:spPr bwMode="auto">
          <a:xfrm>
            <a:off x="2800350" y="22860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6630" name="Text Box 5"/>
          <p:cNvSpPr txBox="1">
            <a:spLocks noChangeArrowheads="1"/>
          </p:cNvSpPr>
          <p:nvPr/>
        </p:nvSpPr>
        <p:spPr bwMode="auto">
          <a:xfrm>
            <a:off x="152400" y="1085850"/>
            <a:ext cx="4800600" cy="1465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Circle </a:t>
            </a:r>
            <a:r>
              <a:rPr lang="en-US" altLang="en-US" sz="1800" b="1" dirty="0" err="1"/>
              <a:t>myCircle</a:t>
            </a:r>
            <a:r>
              <a:rPr lang="en-US" altLang="en-US" sz="1800" b="1" dirty="0"/>
              <a:t> = new Circle(5.0);</a:t>
            </a:r>
            <a:endParaRPr lang="en-US" altLang="en-US" sz="1800" b="1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b="1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Circle </a:t>
            </a:r>
            <a:r>
              <a:rPr lang="en-US" altLang="en-US" sz="1800" b="1" dirty="0" err="1"/>
              <a:t>yourCircle</a:t>
            </a:r>
            <a:r>
              <a:rPr lang="en-US" altLang="en-US" sz="1800" b="1" dirty="0"/>
              <a:t> = new Circle();</a:t>
            </a:r>
            <a:endParaRPr lang="en-US" altLang="en-US" sz="1800" b="1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b="1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 err="1"/>
              <a:t>yourCircle.radius</a:t>
            </a:r>
            <a:r>
              <a:rPr lang="en-US" altLang="en-US" sz="1800" b="1" dirty="0"/>
              <a:t> = 100;</a:t>
            </a:r>
            <a:endParaRPr lang="en-US" altLang="en-US" sz="1800" b="1" dirty="0"/>
          </a:p>
        </p:txBody>
      </p:sp>
      <p:graphicFrame>
        <p:nvGraphicFramePr>
          <p:cNvPr id="26631" name="Object 6"/>
          <p:cNvGraphicFramePr>
            <a:graphicFrameLocks noGrp="1" noChangeAspect="1"/>
          </p:cNvGraphicFramePr>
          <p:nvPr>
            <p:ph idx="1"/>
          </p:nvPr>
        </p:nvGraphicFramePr>
        <p:xfrm>
          <a:off x="5570538" y="2046288"/>
          <a:ext cx="2687637" cy="1193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Picture" r:id="rId1" imgW="1026160" imgH="457200" progId="Word.Picture.8">
                  <p:embed/>
                </p:oleObj>
              </mc:Choice>
              <mc:Fallback>
                <p:oleObj name="Picture" r:id="rId1" imgW="1026160" imgH="457200" progId="Word.Picture.8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70538" y="2046288"/>
                        <a:ext cx="2687637" cy="1193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2" name="Rectangle 7"/>
          <p:cNvSpPr>
            <a:spLocks noChangeArrowheads="1"/>
          </p:cNvSpPr>
          <p:nvPr/>
        </p:nvSpPr>
        <p:spPr bwMode="auto">
          <a:xfrm>
            <a:off x="6837363" y="1227138"/>
            <a:ext cx="1524000" cy="30638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144" tIns="9144" rIns="9144" bIns="9144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solidFill>
                  <a:srgbClr val="FF0000"/>
                </a:solidFill>
              </a:rPr>
              <a:t>reference value</a:t>
            </a:r>
            <a:endParaRPr lang="en-US" altLang="en-US" sz="1800" dirty="0">
              <a:solidFill>
                <a:srgbClr val="FF0000"/>
              </a:solidFill>
            </a:endParaRPr>
          </a:p>
        </p:txBody>
      </p:sp>
      <p:sp>
        <p:nvSpPr>
          <p:cNvPr id="26633" name="Text Box 8"/>
          <p:cNvSpPr txBox="1">
            <a:spLocks noChangeArrowheads="1"/>
          </p:cNvSpPr>
          <p:nvPr/>
        </p:nvSpPr>
        <p:spPr bwMode="auto">
          <a:xfrm>
            <a:off x="5724525" y="1201738"/>
            <a:ext cx="11334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/>
              <a:t>myCircle</a:t>
            </a:r>
            <a:endParaRPr lang="en-US" altLang="en-US" sz="1800"/>
          </a:p>
        </p:txBody>
      </p:sp>
      <p:sp>
        <p:nvSpPr>
          <p:cNvPr id="26634" name="Line 9"/>
          <p:cNvSpPr>
            <a:spLocks noChangeShapeType="1"/>
          </p:cNvSpPr>
          <p:nvPr/>
        </p:nvSpPr>
        <p:spPr bwMode="auto">
          <a:xfrm flipH="1">
            <a:off x="6991350" y="1419225"/>
            <a:ext cx="652463" cy="80645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 type="none" w="sm" len="sm"/>
            <a:tailEnd type="stealth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635" name="Rectangle 10"/>
          <p:cNvSpPr>
            <a:spLocks noChangeArrowheads="1"/>
          </p:cNvSpPr>
          <p:nvPr/>
        </p:nvSpPr>
        <p:spPr bwMode="auto">
          <a:xfrm>
            <a:off x="6837363" y="3582988"/>
            <a:ext cx="1524000" cy="30638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144" tIns="9144" rIns="9144" bIns="9144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solidFill>
                  <a:srgbClr val="FF0000"/>
                </a:solidFill>
              </a:rPr>
              <a:t>reference value</a:t>
            </a:r>
            <a:endParaRPr lang="en-US" altLang="en-US" sz="1800" dirty="0">
              <a:solidFill>
                <a:srgbClr val="FF0000"/>
              </a:solidFill>
            </a:endParaRPr>
          </a:p>
        </p:txBody>
      </p:sp>
      <p:sp>
        <p:nvSpPr>
          <p:cNvPr id="26636" name="Text Box 11"/>
          <p:cNvSpPr txBox="1">
            <a:spLocks noChangeArrowheads="1"/>
          </p:cNvSpPr>
          <p:nvPr/>
        </p:nvSpPr>
        <p:spPr bwMode="auto">
          <a:xfrm>
            <a:off x="5724525" y="3557588"/>
            <a:ext cx="12287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/>
              <a:t>yourCircle</a:t>
            </a:r>
            <a:endParaRPr lang="en-US" altLang="en-US" sz="1800"/>
          </a:p>
        </p:txBody>
      </p:sp>
      <p:sp>
        <p:nvSpPr>
          <p:cNvPr id="26637" name="Rectangle 12"/>
          <p:cNvSpPr>
            <a:spLocks noChangeArrowheads="1"/>
          </p:cNvSpPr>
          <p:nvPr/>
        </p:nvSpPr>
        <p:spPr bwMode="auto">
          <a:xfrm>
            <a:off x="193675" y="2238375"/>
            <a:ext cx="4456113" cy="268288"/>
          </a:xfrm>
          <a:prstGeom prst="rect">
            <a:avLst/>
          </a:prstGeom>
          <a:solidFill>
            <a:schemeClr val="accent1">
              <a:alpha val="45097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graphicFrame>
        <p:nvGraphicFramePr>
          <p:cNvPr id="26638" name="Object 13"/>
          <p:cNvGraphicFramePr>
            <a:graphicFrameLocks noChangeAspect="1"/>
          </p:cNvGraphicFramePr>
          <p:nvPr/>
        </p:nvGraphicFramePr>
        <p:xfrm>
          <a:off x="5800725" y="4351338"/>
          <a:ext cx="2687638" cy="1193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Picture" r:id="rId3" imgW="1026160" imgH="457200" progId="Word.Picture.8">
                  <p:embed/>
                </p:oleObj>
              </mc:Choice>
              <mc:Fallback>
                <p:oleObj name="Picture" r:id="rId3" imgW="1026160" imgH="457200" progId="Word.Picture.8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00725" y="4351338"/>
                        <a:ext cx="2687638" cy="1193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9" name="AutoShape 14"/>
          <p:cNvSpPr>
            <a:spLocks noChangeArrowheads="1"/>
          </p:cNvSpPr>
          <p:nvPr/>
        </p:nvSpPr>
        <p:spPr bwMode="auto">
          <a:xfrm>
            <a:off x="3035300" y="4849813"/>
            <a:ext cx="2497138" cy="806450"/>
          </a:xfrm>
          <a:prstGeom prst="wedgeRoundRectCallout">
            <a:avLst>
              <a:gd name="adj1" fmla="val 73269"/>
              <a:gd name="adj2" fmla="val -7875"/>
              <a:gd name="adj3" fmla="val 16667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Change radius in yourCircle</a:t>
            </a:r>
            <a:endParaRPr lang="en-US" altLang="en-US" sz="1800"/>
          </a:p>
        </p:txBody>
      </p:sp>
      <p:sp>
        <p:nvSpPr>
          <p:cNvPr id="26640" name="Line 15"/>
          <p:cNvSpPr>
            <a:spLocks noChangeShapeType="1"/>
          </p:cNvSpPr>
          <p:nvPr/>
        </p:nvSpPr>
        <p:spPr bwMode="auto">
          <a:xfrm flipH="1">
            <a:off x="7107238" y="3813175"/>
            <a:ext cx="652462" cy="80645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 type="none" w="sm" len="sm"/>
            <a:tailEnd type="stealth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641" name="Rectangle 16"/>
          <p:cNvSpPr>
            <a:spLocks noChangeArrowheads="1"/>
          </p:cNvSpPr>
          <p:nvPr/>
        </p:nvSpPr>
        <p:spPr bwMode="auto">
          <a:xfrm>
            <a:off x="0" y="0"/>
            <a:ext cx="1524000" cy="381000"/>
          </a:xfrm>
          <a:prstGeom prst="rect">
            <a:avLst/>
          </a:prstGeom>
          <a:noFill/>
          <a:ln w="12700">
            <a:solidFill>
              <a:srgbClr val="FF0000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bg2"/>
                </a:solidFill>
                <a:latin typeface="Forte" panose="03060902040502070203" pitchFamily="66" charset="0"/>
              </a:rPr>
              <a:t>animation</a:t>
            </a:r>
            <a:endParaRPr lang="en-US" altLang="en-US" sz="1800">
              <a:solidFill>
                <a:schemeClr val="bg2"/>
              </a:solidFill>
              <a:latin typeface="Forte" panose="03060902040502070203" pitchFamily="66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15"/>
          <p:cNvSpPr/>
          <p:nvPr/>
        </p:nvSpPr>
        <p:spPr>
          <a:xfrm>
            <a:off x="685800" y="1295280"/>
            <a:ext cx="7848000" cy="4494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342900" marR="0" lvl="0" indent="-342265" algn="l" rtl="0">
              <a:spcBef>
                <a:spcPts val="0"/>
              </a:spcBef>
              <a:spcAft>
                <a:spcPts val="0"/>
              </a:spcAft>
              <a:buClr>
                <a:srgbClr val="675D59"/>
              </a:buClr>
              <a:buSzPts val="2400"/>
              <a:buFont typeface="Arial" panose="020B0604020202020204"/>
              <a:buChar char="»"/>
            </a:pPr>
            <a:r>
              <a:rPr lang="en-US" sz="2400">
                <a:solidFill>
                  <a:srgbClr val="675D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Referencing the object's data:</a:t>
            </a:r>
            <a:endParaRPr lang="en-US" sz="2400">
              <a:solidFill>
                <a:srgbClr val="675D5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objectRefVar</a:t>
            </a:r>
            <a:r>
              <a:rPr lang="en-US" sz="2000" b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.</a:t>
            </a:r>
            <a:r>
              <a:rPr lang="en-US" sz="2000" b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data</a:t>
            </a:r>
            <a:endParaRPr sz="2000" b="0">
              <a:solidFill>
                <a:srgbClr val="000000"/>
              </a:solidFill>
              <a:highlight>
                <a:srgbClr val="FFFFFF"/>
              </a:highlight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>
              <a:solidFill>
                <a:srgbClr val="000000"/>
              </a:solidFill>
              <a:highlight>
                <a:srgbClr val="FFFFFF"/>
              </a:highlight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342900" marR="0" lvl="0" indent="-342265" algn="l" rtl="0">
              <a:spcBef>
                <a:spcPts val="0"/>
              </a:spcBef>
              <a:spcAft>
                <a:spcPts val="0"/>
              </a:spcAft>
              <a:buClr>
                <a:srgbClr val="675D59"/>
              </a:buClr>
              <a:buSzPts val="2400"/>
              <a:buFont typeface="Arial" panose="020B0604020202020204"/>
              <a:buChar char="»"/>
            </a:pPr>
            <a:r>
              <a:rPr lang="en-US" sz="2400">
                <a:solidFill>
                  <a:srgbClr val="675D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Example</a:t>
            </a:r>
            <a:endParaRPr lang="en-US" sz="2400">
              <a:solidFill>
                <a:srgbClr val="675D5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myCircle</a:t>
            </a:r>
            <a:r>
              <a:rPr lang="en-US" sz="2000" b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.</a:t>
            </a:r>
            <a:r>
              <a:rPr lang="en-US" sz="2000" b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radius</a:t>
            </a:r>
            <a:endParaRPr sz="2000" b="0">
              <a:solidFill>
                <a:srgbClr val="000000"/>
              </a:solidFill>
              <a:highlight>
                <a:srgbClr val="FFFFFF"/>
              </a:highlight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342900" marR="0" lvl="0" indent="-189865" algn="l" rtl="0">
              <a:spcBef>
                <a:spcPts val="0"/>
              </a:spcBef>
              <a:spcAft>
                <a:spcPts val="0"/>
              </a:spcAft>
              <a:buClr>
                <a:srgbClr val="675D59"/>
              </a:buClr>
              <a:buSzPts val="2400"/>
              <a:buFont typeface="Arial" panose="020B0604020202020204"/>
              <a:buNone/>
            </a:pPr>
            <a:endParaRPr sz="2400">
              <a:solidFill>
                <a:srgbClr val="675D5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marR="0" lvl="0" indent="-342265" algn="l" rtl="0">
              <a:spcBef>
                <a:spcPts val="0"/>
              </a:spcBef>
              <a:spcAft>
                <a:spcPts val="0"/>
              </a:spcAft>
              <a:buClr>
                <a:srgbClr val="675D59"/>
              </a:buClr>
              <a:buSzPts val="2400"/>
              <a:buFont typeface="Arial" panose="020B0604020202020204"/>
              <a:buChar char="»"/>
            </a:pPr>
            <a:r>
              <a:rPr lang="en-US" sz="2400">
                <a:solidFill>
                  <a:srgbClr val="675D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Invoking the object's method:</a:t>
            </a:r>
            <a:endParaRPr lang="en-US" sz="2400">
              <a:solidFill>
                <a:srgbClr val="675D5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objectRefVar</a:t>
            </a:r>
            <a:r>
              <a:rPr lang="en-US" sz="2000" b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.</a:t>
            </a:r>
            <a:r>
              <a:rPr lang="en-US" sz="2000" b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methodName</a:t>
            </a:r>
            <a:r>
              <a:rPr lang="en-US" sz="2000" b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(</a:t>
            </a:r>
            <a:r>
              <a:rPr lang="en-US" sz="2000" b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arguments</a:t>
            </a:r>
            <a:r>
              <a:rPr lang="en-US" sz="2000" b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)</a:t>
            </a:r>
            <a:endParaRPr lang="en-US" sz="2000" b="1">
              <a:solidFill>
                <a:srgbClr val="000080"/>
              </a:solidFill>
              <a:highlight>
                <a:srgbClr val="FFFFFF"/>
              </a:highlight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>
              <a:solidFill>
                <a:srgbClr val="000000"/>
              </a:solidFill>
              <a:highlight>
                <a:srgbClr val="FFFFFF"/>
              </a:highlight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342900" marR="0" lvl="0" indent="-342265" algn="l" rtl="0">
              <a:spcBef>
                <a:spcPts val="0"/>
              </a:spcBef>
              <a:spcAft>
                <a:spcPts val="0"/>
              </a:spcAft>
              <a:buClr>
                <a:srgbClr val="675D59"/>
              </a:buClr>
              <a:buSzPts val="2400"/>
              <a:buFont typeface="Arial" panose="020B0604020202020204"/>
              <a:buChar char="»"/>
            </a:pPr>
            <a:r>
              <a:rPr lang="en-US" sz="2400">
                <a:solidFill>
                  <a:srgbClr val="675D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Example</a:t>
            </a:r>
            <a:endParaRPr lang="en-US" sz="2400">
              <a:solidFill>
                <a:srgbClr val="675D5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myCircle</a:t>
            </a:r>
            <a:r>
              <a:rPr lang="en-US" sz="2000" b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.</a:t>
            </a:r>
            <a:r>
              <a:rPr lang="en-US" sz="2000" b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getArea</a:t>
            </a:r>
            <a:r>
              <a:rPr lang="en-US" sz="2000" b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()</a:t>
            </a:r>
            <a:endParaRPr sz="2000" b="0">
              <a:solidFill>
                <a:srgbClr val="000000"/>
              </a:solidFill>
              <a:highlight>
                <a:srgbClr val="FFFFFF"/>
              </a:highlight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</p:txBody>
      </p:sp>
      <p:sp>
        <p:nvSpPr>
          <p:cNvPr id="682" name="Google Shape;682;p15"/>
          <p:cNvSpPr/>
          <p:nvPr/>
        </p:nvSpPr>
        <p:spPr>
          <a:xfrm>
            <a:off x="533520" y="304920"/>
            <a:ext cx="8152560" cy="9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small">
                <a:solidFill>
                  <a:srgbClr val="C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Accessing Object's Members</a:t>
            </a:r>
            <a:endParaRPr lang="en-US" sz="3200" b="1" cap="small">
              <a:solidFill>
                <a:srgbClr val="C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83" name="Google Shape;683;p15"/>
          <p:cNvSpPr/>
          <p:nvPr/>
        </p:nvSpPr>
        <p:spPr>
          <a:xfrm>
            <a:off x="8686800" y="5740560"/>
            <a:ext cx="38016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strike="noStrike">
                <a:solidFill>
                  <a:srgbClr val="A79D9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800" b="0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16"/>
          <p:cNvSpPr txBox="1">
            <a:spLocks noGrp="1"/>
          </p:cNvSpPr>
          <p:nvPr>
            <p:ph type="body" idx="1"/>
          </p:nvPr>
        </p:nvSpPr>
        <p:spPr>
          <a:xfrm>
            <a:off x="685800" y="1295400"/>
            <a:ext cx="7848600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200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Circle myCircle </a:t>
            </a:r>
            <a:r>
              <a:rPr lang="en-US" sz="2000" b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=</a:t>
            </a:r>
            <a:r>
              <a:rPr lang="en-US" sz="200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</a:t>
            </a:r>
            <a:r>
              <a:rPr lang="en-US" sz="2000" b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new</a:t>
            </a:r>
            <a:r>
              <a:rPr lang="en-US" sz="200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Circle</a:t>
            </a:r>
            <a:r>
              <a:rPr lang="en-US" sz="2000" b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(</a:t>
            </a:r>
            <a:r>
              <a:rPr lang="en-US" sz="200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5.0</a:t>
            </a:r>
            <a:r>
              <a:rPr lang="en-US" sz="2000" b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);</a:t>
            </a:r>
            <a:endParaRPr sz="2000">
              <a:solidFill>
                <a:srgbClr val="000000"/>
              </a:solidFill>
              <a:highlight>
                <a:srgbClr val="FFFFFF"/>
              </a:highlight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200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Circle yourCircle </a:t>
            </a:r>
            <a:r>
              <a:rPr lang="en-US" sz="2000" b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=</a:t>
            </a:r>
            <a:r>
              <a:rPr lang="en-US" sz="200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</a:t>
            </a:r>
            <a:r>
              <a:rPr lang="en-US" sz="2000" b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new</a:t>
            </a:r>
            <a:r>
              <a:rPr lang="en-US" sz="200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Circle</a:t>
            </a:r>
            <a:r>
              <a:rPr lang="en-US" sz="2000" b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();</a:t>
            </a:r>
            <a:endParaRPr sz="2000">
              <a:solidFill>
                <a:srgbClr val="000000"/>
              </a:solidFill>
              <a:highlight>
                <a:srgbClr val="FFFFFF"/>
              </a:highlight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200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yourCircle</a:t>
            </a:r>
            <a:r>
              <a:rPr lang="en-US" sz="2000" b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.</a:t>
            </a:r>
            <a:r>
              <a:rPr lang="en-US" sz="200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radius </a:t>
            </a:r>
            <a:r>
              <a:rPr lang="en-US" sz="2000" b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=</a:t>
            </a:r>
            <a:r>
              <a:rPr lang="en-US" sz="200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</a:t>
            </a:r>
            <a:r>
              <a:rPr lang="en-US" sz="200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100</a:t>
            </a:r>
            <a:r>
              <a:rPr lang="en-US" sz="2000" b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;</a:t>
            </a:r>
            <a:endParaRPr sz="2000">
              <a:solidFill>
                <a:srgbClr val="000000"/>
              </a:solidFill>
              <a:highlight>
                <a:srgbClr val="FFFFFF"/>
              </a:highlight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</p:txBody>
      </p:sp>
      <p:sp>
        <p:nvSpPr>
          <p:cNvPr id="689" name="Google Shape;689;p16"/>
          <p:cNvSpPr txBox="1"/>
          <p:nvPr/>
        </p:nvSpPr>
        <p:spPr>
          <a:xfrm>
            <a:off x="533400" y="3048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 panose="020F0502020204030204"/>
              <a:buNone/>
            </a:pPr>
            <a:r>
              <a:rPr lang="en-US" sz="3200" b="1" cap="small">
                <a:solidFill>
                  <a:srgbClr val="C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Trace Code</a:t>
            </a:r>
            <a:endParaRPr sz="3200" b="1" cap="small">
              <a:solidFill>
                <a:srgbClr val="C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90" name="Google Shape;690;p16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A59B98"/>
                </a:solidFill>
              </a:rPr>
            </a:fld>
            <a:endParaRPr>
              <a:solidFill>
                <a:srgbClr val="A59B98"/>
              </a:solidFill>
            </a:endParaRPr>
          </a:p>
        </p:txBody>
      </p:sp>
      <p:pic>
        <p:nvPicPr>
          <p:cNvPr id="691" name="Google Shape;691;p16" descr="C:\Users\Its\Downloads\t1 (2)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838325" y="2757488"/>
            <a:ext cx="546735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2" name="Google Shape;692;p16" descr="C:\Users\Its\Downloads\t1 (3)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33400" y="4749918"/>
            <a:ext cx="7762875" cy="134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14"/>
          <p:cNvSpPr/>
          <p:nvPr/>
        </p:nvSpPr>
        <p:spPr>
          <a:xfrm>
            <a:off x="685800" y="1295280"/>
            <a:ext cx="7848000" cy="4494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342900" marR="0" lvl="0" indent="-34226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75D59"/>
              </a:buClr>
              <a:buSzPts val="2400"/>
              <a:buFont typeface="Arial" panose="020B0604020202020204"/>
              <a:buChar char="»"/>
            </a:pPr>
            <a:r>
              <a:rPr lang="en-US" sz="2400" b="0" strike="noStrike" dirty="0">
                <a:solidFill>
                  <a:srgbClr val="675D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Normally, objects are created with </a:t>
            </a:r>
            <a:r>
              <a:rPr lang="en-US" sz="2400" b="0" strike="noStrike" dirty="0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new</a:t>
            </a:r>
            <a:r>
              <a:rPr lang="en-US" sz="2400" b="0" strike="noStrike" dirty="0">
                <a:solidFill>
                  <a:srgbClr val="675D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operator.</a:t>
            </a:r>
            <a:endParaRPr sz="1600" b="0" strike="noStrik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marR="0" lvl="0" indent="-34226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75D59"/>
              </a:buClr>
              <a:buSzPts val="2400"/>
              <a:buFont typeface="Arial" panose="020B0604020202020204"/>
              <a:buChar char="»"/>
            </a:pPr>
            <a:r>
              <a:rPr lang="en-US" sz="2400" b="0" strike="noStrike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One exception is a </a:t>
            </a:r>
            <a:r>
              <a:rPr lang="en-US" sz="2400" b="0" strike="noStrike" dirty="0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string literal</a:t>
            </a:r>
            <a:r>
              <a:rPr lang="en-US" sz="2400" b="0" strike="noStrike" dirty="0">
                <a:solidFill>
                  <a:srgbClr val="675D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that is contained in quotes, such as "hello". </a:t>
            </a:r>
            <a:endParaRPr sz="1600" b="0" strike="noStrik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marR="0" lvl="0" indent="-34226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75D59"/>
              </a:buClr>
              <a:buSzPts val="2400"/>
              <a:buFont typeface="Arial" panose="020B0604020202020204"/>
              <a:buChar char="»"/>
            </a:pPr>
            <a:r>
              <a:rPr lang="en-US" sz="2400" b="0" strike="noStrike" dirty="0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String literals are references to String objects</a:t>
            </a:r>
            <a:r>
              <a:rPr lang="en-US" sz="2400" b="0" strike="noStrike" dirty="0">
                <a:solidFill>
                  <a:srgbClr val="675D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that are implicitly created by Java.</a:t>
            </a:r>
            <a:endParaRPr sz="1600" b="0" strike="noStrik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75" name="Google Shape;675;p14"/>
          <p:cNvSpPr/>
          <p:nvPr/>
        </p:nvSpPr>
        <p:spPr>
          <a:xfrm>
            <a:off x="533520" y="304920"/>
            <a:ext cx="8152560" cy="9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strike="noStrike" cap="small">
                <a:solidFill>
                  <a:srgbClr val="C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NOTE</a:t>
            </a:r>
            <a:endParaRPr sz="1800" b="0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76" name="Google Shape;676;p14"/>
          <p:cNvSpPr/>
          <p:nvPr/>
        </p:nvSpPr>
        <p:spPr>
          <a:xfrm>
            <a:off x="8686800" y="5740560"/>
            <a:ext cx="38016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strike="noStrike">
                <a:solidFill>
                  <a:srgbClr val="A79D9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800" b="0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8858" y="999241"/>
            <a:ext cx="8229240" cy="5101032"/>
          </a:xfrm>
        </p:spPr>
        <p:txBody>
          <a:bodyPr/>
          <a:lstStyle/>
          <a:p>
            <a:pPr algn="l"/>
            <a:r>
              <a:rPr lang="en-US" sz="1800" dirty="0">
                <a:solidFill>
                  <a:schemeClr val="tx1"/>
                </a:solidFill>
              </a:rPr>
              <a:t>public class Main {</a:t>
            </a:r>
            <a:endParaRPr lang="en-US" sz="1800" dirty="0">
              <a:solidFill>
                <a:schemeClr val="tx1"/>
              </a:solidFill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</a:rPr>
              <a:t>    public static void main(String[] </a:t>
            </a:r>
            <a:r>
              <a:rPr lang="en-US" sz="1800" dirty="0" err="1">
                <a:solidFill>
                  <a:schemeClr val="tx1"/>
                </a:solidFill>
              </a:rPr>
              <a:t>args</a:t>
            </a:r>
            <a:r>
              <a:rPr lang="en-US" sz="1800" dirty="0">
                <a:solidFill>
                  <a:schemeClr val="tx1"/>
                </a:solidFill>
              </a:rPr>
              <a:t>) {</a:t>
            </a:r>
            <a:endParaRPr lang="en-US" sz="1800" dirty="0">
              <a:solidFill>
                <a:schemeClr val="tx1"/>
              </a:solidFill>
            </a:endParaRPr>
          </a:p>
          <a:p>
            <a:pPr algn="l"/>
            <a:endParaRPr lang="en-US" sz="1800" dirty="0">
              <a:solidFill>
                <a:schemeClr val="tx1"/>
              </a:solidFill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</a:rPr>
              <a:t>        // String literal (implicit object creation)</a:t>
            </a:r>
            <a:endParaRPr lang="en-US" sz="1800" dirty="0">
              <a:solidFill>
                <a:schemeClr val="tx1"/>
              </a:solidFill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</a:rPr>
              <a:t>        String a = "hello";</a:t>
            </a:r>
            <a:endParaRPr lang="en-US" sz="1800" dirty="0">
              <a:solidFill>
                <a:schemeClr val="tx1"/>
              </a:solidFill>
            </a:endParaRPr>
          </a:p>
          <a:p>
            <a:pPr algn="l"/>
            <a:endParaRPr lang="en-US" sz="1800" dirty="0">
              <a:solidFill>
                <a:schemeClr val="tx1"/>
              </a:solidFill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</a:rPr>
              <a:t>        // Using new (explicit object creation)</a:t>
            </a:r>
            <a:endParaRPr lang="en-US" sz="1800" dirty="0">
              <a:solidFill>
                <a:schemeClr val="tx1"/>
              </a:solidFill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</a:rPr>
              <a:t>        String b = new String("hello");</a:t>
            </a:r>
            <a:endParaRPr lang="en-US" sz="1800" dirty="0">
              <a:solidFill>
                <a:schemeClr val="tx1"/>
              </a:solidFill>
            </a:endParaRPr>
          </a:p>
          <a:p>
            <a:pPr algn="l"/>
            <a:endParaRPr lang="en-US" sz="1800" dirty="0">
              <a:solidFill>
                <a:schemeClr val="tx1"/>
              </a:solidFill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</a:rPr>
              <a:t>        </a:t>
            </a:r>
            <a:r>
              <a:rPr lang="en-US" sz="1800" dirty="0" err="1">
                <a:solidFill>
                  <a:schemeClr val="tx1"/>
                </a:solidFill>
              </a:rPr>
              <a:t>System.out.println</a:t>
            </a:r>
            <a:r>
              <a:rPr lang="en-US" sz="1800" dirty="0">
                <a:solidFill>
                  <a:schemeClr val="tx1"/>
                </a:solidFill>
              </a:rPr>
              <a:t>(a);</a:t>
            </a:r>
            <a:endParaRPr lang="en-US" sz="1800" dirty="0">
              <a:solidFill>
                <a:schemeClr val="tx1"/>
              </a:solidFill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</a:rPr>
              <a:t>        </a:t>
            </a:r>
            <a:r>
              <a:rPr lang="en-US" sz="1800" dirty="0" err="1">
                <a:solidFill>
                  <a:schemeClr val="tx1"/>
                </a:solidFill>
              </a:rPr>
              <a:t>System.out.println</a:t>
            </a:r>
            <a:r>
              <a:rPr lang="en-US" sz="1800" dirty="0">
                <a:solidFill>
                  <a:schemeClr val="tx1"/>
                </a:solidFill>
              </a:rPr>
              <a:t>(b);</a:t>
            </a:r>
            <a:endParaRPr lang="en-US" sz="1800" dirty="0">
              <a:solidFill>
                <a:schemeClr val="tx1"/>
              </a:solidFill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</a:rPr>
              <a:t>    }</a:t>
            </a:r>
            <a:endParaRPr lang="en-US" sz="1800" dirty="0">
              <a:solidFill>
                <a:schemeClr val="tx1"/>
              </a:solidFill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</a:rPr>
              <a:t>}</a:t>
            </a:r>
            <a:endParaRPr lang="en-US" sz="1800" dirty="0">
              <a:solidFill>
                <a:schemeClr val="tx1"/>
              </a:solidFill>
            </a:endParaRPr>
          </a:p>
          <a:p>
            <a:pPr algn="l"/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17"/>
          <p:cNvSpPr/>
          <p:nvPr/>
        </p:nvSpPr>
        <p:spPr>
          <a:xfrm>
            <a:off x="685800" y="1295277"/>
            <a:ext cx="7848000" cy="260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342900" marR="0" lvl="0" indent="-342265" algn="l" rtl="0">
              <a:spcBef>
                <a:spcPts val="0"/>
              </a:spcBef>
              <a:spcAft>
                <a:spcPts val="0"/>
              </a:spcAft>
              <a:buClr>
                <a:srgbClr val="675D59"/>
              </a:buClr>
              <a:buSzPts val="2400"/>
              <a:buFont typeface="Arial" panose="020B0604020202020204"/>
              <a:buChar char="»"/>
            </a:pPr>
            <a:r>
              <a:rPr lang="en-US" sz="2400" dirty="0">
                <a:solidFill>
                  <a:srgbClr val="675D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Try this in the compiler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Math</a:t>
            </a:r>
            <a:r>
              <a:rPr lang="en-US" sz="2000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.</a:t>
            </a:r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methodName</a:t>
            </a:r>
            <a:r>
              <a:rPr lang="en-US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(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arguments</a:t>
            </a:r>
            <a:r>
              <a:rPr lang="en-US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)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</a:t>
            </a:r>
            <a:endParaRPr dirty="0"/>
          </a:p>
          <a:p>
            <a:pPr marL="342900" marR="0" lvl="0" indent="-342265" algn="l" rtl="0">
              <a:spcBef>
                <a:spcPts val="0"/>
              </a:spcBef>
              <a:spcAft>
                <a:spcPts val="0"/>
              </a:spcAft>
              <a:buClr>
                <a:srgbClr val="675D59"/>
              </a:buClr>
              <a:buSzPts val="2400"/>
              <a:buFont typeface="Arial" panose="020B0604020202020204"/>
              <a:buChar char="»"/>
            </a:pPr>
            <a:r>
              <a:rPr lang="en-US" sz="2400" dirty="0">
                <a:solidFill>
                  <a:srgbClr val="675D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Example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Math</a:t>
            </a:r>
            <a:r>
              <a:rPr lang="en-US" sz="2000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.</a:t>
            </a:r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pow</a:t>
            </a:r>
            <a:r>
              <a:rPr lang="en-US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(</a:t>
            </a:r>
            <a:r>
              <a:rPr lang="en-US" sz="20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3</a:t>
            </a:r>
            <a:r>
              <a:rPr lang="en-US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,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</a:t>
            </a:r>
            <a:r>
              <a:rPr lang="en-US" sz="20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2.5</a:t>
            </a:r>
            <a:r>
              <a:rPr lang="en-US" sz="20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)</a:t>
            </a:r>
            <a:endParaRPr sz="2000" b="1" dirty="0">
              <a:solidFill>
                <a:srgbClr val="000080"/>
              </a:solidFill>
              <a:highlight>
                <a:srgbClr val="FFFFFF"/>
              </a:highlight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342900" marR="0" lvl="0" indent="-342265" algn="l" rtl="0">
              <a:spcBef>
                <a:spcPts val="0"/>
              </a:spcBef>
              <a:spcAft>
                <a:spcPts val="0"/>
              </a:spcAft>
              <a:buClr>
                <a:srgbClr val="675D59"/>
              </a:buClr>
              <a:buSzPts val="2400"/>
              <a:buFont typeface="Arial" panose="020B0604020202020204"/>
              <a:buChar char="»"/>
            </a:pPr>
            <a:r>
              <a:rPr lang="en-US" sz="2400" dirty="0">
                <a:solidFill>
                  <a:srgbClr val="675D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to invoke a method in the Math class. </a:t>
            </a:r>
            <a:endParaRPr sz="2400" dirty="0">
              <a:solidFill>
                <a:srgbClr val="675D5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marR="0" lvl="0" indent="-189865" algn="l" rtl="0">
              <a:spcBef>
                <a:spcPts val="0"/>
              </a:spcBef>
              <a:spcAft>
                <a:spcPts val="0"/>
              </a:spcAft>
              <a:buClr>
                <a:srgbClr val="675D59"/>
              </a:buClr>
              <a:buSzPts val="2400"/>
              <a:buFont typeface="Arial" panose="020B0604020202020204"/>
              <a:buNone/>
            </a:pPr>
            <a:endParaRPr sz="2400" dirty="0">
              <a:solidFill>
                <a:srgbClr val="675D5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marR="0" lvl="0" indent="-342265" algn="l" rtl="0">
              <a:spcBef>
                <a:spcPts val="0"/>
              </a:spcBef>
              <a:spcAft>
                <a:spcPts val="0"/>
              </a:spcAft>
              <a:buClr>
                <a:srgbClr val="675D59"/>
              </a:buClr>
              <a:buSzPts val="2400"/>
              <a:buFont typeface="Arial" panose="020B0604020202020204"/>
              <a:buChar char="»"/>
            </a:pPr>
            <a:r>
              <a:rPr lang="en-US" sz="2400" dirty="0">
                <a:solidFill>
                  <a:srgbClr val="675D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Q. Can you invoke </a:t>
            </a:r>
            <a:r>
              <a:rPr lang="en-US" sz="2400" dirty="0" err="1">
                <a:solidFill>
                  <a:srgbClr val="675D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getArea</a:t>
            </a:r>
            <a:r>
              <a:rPr lang="en-US" sz="2400" dirty="0">
                <a:solidFill>
                  <a:srgbClr val="675D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() using </a:t>
            </a:r>
            <a:r>
              <a:rPr lang="en-US" sz="2400" dirty="0" err="1">
                <a:solidFill>
                  <a:srgbClr val="675D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Circle.getArea</a:t>
            </a:r>
            <a:r>
              <a:rPr lang="en-US" sz="2400" dirty="0">
                <a:solidFill>
                  <a:srgbClr val="675D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()? </a:t>
            </a:r>
            <a:endParaRPr sz="2400" dirty="0">
              <a:solidFill>
                <a:srgbClr val="675D5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rgbClr val="675D5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98" name="Google Shape;698;p17"/>
          <p:cNvSpPr/>
          <p:nvPr/>
        </p:nvSpPr>
        <p:spPr>
          <a:xfrm>
            <a:off x="533520" y="304920"/>
            <a:ext cx="8152560" cy="9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small">
                <a:solidFill>
                  <a:srgbClr val="C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Note</a:t>
            </a:r>
            <a:endParaRPr lang="en-US" sz="3200" b="1" cap="small">
              <a:solidFill>
                <a:srgbClr val="C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99" name="Google Shape;699;p17"/>
          <p:cNvSpPr/>
          <p:nvPr/>
        </p:nvSpPr>
        <p:spPr>
          <a:xfrm>
            <a:off x="8686800" y="5740560"/>
            <a:ext cx="38016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strike="noStrike">
                <a:solidFill>
                  <a:srgbClr val="A79D9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800" b="0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00" name="Google Shape;700;p17"/>
          <p:cNvSpPr txBox="1"/>
          <p:nvPr/>
        </p:nvSpPr>
        <p:spPr>
          <a:xfrm>
            <a:off x="685800" y="3899575"/>
            <a:ext cx="8301600" cy="264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42900" lvl="0" indent="-342265" algn="l" rtl="0">
              <a:spcBef>
                <a:spcPts val="0"/>
              </a:spcBef>
              <a:spcAft>
                <a:spcPts val="0"/>
              </a:spcAft>
              <a:buClr>
                <a:srgbClr val="675D59"/>
              </a:buClr>
              <a:buSzPts val="2400"/>
              <a:buChar char="»"/>
            </a:pPr>
            <a:r>
              <a:rPr lang="en-US" sz="2400" dirty="0">
                <a:solidFill>
                  <a:srgbClr val="675D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A. The answer is no. All the methods used in Math are static methods, which are defined using the static keyword. </a:t>
            </a:r>
            <a:endParaRPr sz="2400" dirty="0">
              <a:solidFill>
                <a:srgbClr val="675D5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lvl="0" indent="-342265" algn="l" rtl="0">
              <a:spcBef>
                <a:spcPts val="0"/>
              </a:spcBef>
              <a:spcAft>
                <a:spcPts val="0"/>
              </a:spcAft>
              <a:buClr>
                <a:srgbClr val="675D59"/>
              </a:buClr>
              <a:buSzPts val="2400"/>
              <a:buChar char="»"/>
            </a:pPr>
            <a:r>
              <a:rPr lang="en-US" sz="2400" dirty="0">
                <a:solidFill>
                  <a:srgbClr val="675D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However, </a:t>
            </a:r>
            <a:r>
              <a:rPr lang="en-US" sz="2400" dirty="0" err="1">
                <a:solidFill>
                  <a:srgbClr val="675D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getArea</a:t>
            </a:r>
            <a:r>
              <a:rPr lang="en-US" sz="2400" dirty="0">
                <a:solidFill>
                  <a:srgbClr val="675D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() is non-static. It must be invoked from an object using 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 err="1">
                <a:solidFill>
                  <a:schemeClr val="dk1"/>
                </a:solidFill>
                <a:highlight>
                  <a:schemeClr val="lt1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objectRefVar</a:t>
            </a:r>
            <a:r>
              <a:rPr lang="en-US" sz="2000" b="1" dirty="0" err="1">
                <a:solidFill>
                  <a:srgbClr val="000080"/>
                </a:solidFill>
                <a:highlight>
                  <a:schemeClr val="lt1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.</a:t>
            </a:r>
            <a:r>
              <a:rPr lang="en-US" sz="2000" dirty="0" err="1">
                <a:solidFill>
                  <a:schemeClr val="dk1"/>
                </a:solidFill>
                <a:highlight>
                  <a:schemeClr val="lt1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methodName</a:t>
            </a:r>
            <a:r>
              <a:rPr lang="en-US" sz="2000" b="1" dirty="0">
                <a:solidFill>
                  <a:srgbClr val="000080"/>
                </a:solidFill>
                <a:highlight>
                  <a:schemeClr val="lt1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(</a:t>
            </a:r>
            <a:r>
              <a:rPr lang="en-US" sz="2000" dirty="0">
                <a:solidFill>
                  <a:schemeClr val="dk1"/>
                </a:solidFill>
                <a:highlight>
                  <a:schemeClr val="lt1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arguments</a:t>
            </a:r>
            <a:r>
              <a:rPr lang="en-US" sz="2000" b="1" dirty="0">
                <a:solidFill>
                  <a:srgbClr val="000080"/>
                </a:solidFill>
                <a:highlight>
                  <a:schemeClr val="lt1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)</a:t>
            </a:r>
            <a:endParaRPr sz="2000" dirty="0">
              <a:solidFill>
                <a:schemeClr val="dk1"/>
              </a:solidFill>
              <a:highlight>
                <a:schemeClr val="lt1"/>
              </a:highlight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342900" lvl="0" indent="-342265" algn="l" rtl="0">
              <a:spcBef>
                <a:spcPts val="0"/>
              </a:spcBef>
              <a:spcAft>
                <a:spcPts val="0"/>
              </a:spcAft>
              <a:buClr>
                <a:srgbClr val="675D59"/>
              </a:buClr>
              <a:buSzPts val="2400"/>
              <a:buChar char="»"/>
            </a:pPr>
            <a:r>
              <a:rPr lang="en-US" sz="2400" dirty="0">
                <a:solidFill>
                  <a:srgbClr val="675D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Example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 err="1">
                <a:solidFill>
                  <a:schemeClr val="dk1"/>
                </a:solidFill>
                <a:highlight>
                  <a:schemeClr val="lt1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myCircle</a:t>
            </a:r>
            <a:r>
              <a:rPr lang="en-US" sz="2000" b="1" dirty="0" err="1">
                <a:solidFill>
                  <a:srgbClr val="000080"/>
                </a:solidFill>
                <a:highlight>
                  <a:schemeClr val="lt1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.</a:t>
            </a:r>
            <a:r>
              <a:rPr lang="en-US" sz="2000" dirty="0" err="1">
                <a:solidFill>
                  <a:schemeClr val="dk1"/>
                </a:solidFill>
                <a:highlight>
                  <a:schemeClr val="lt1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getArea</a:t>
            </a:r>
            <a:r>
              <a:rPr lang="en-US" sz="2000" b="1" dirty="0">
                <a:solidFill>
                  <a:srgbClr val="000080"/>
                </a:solidFill>
                <a:highlight>
                  <a:schemeClr val="lt1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()</a:t>
            </a:r>
            <a:endParaRPr sz="2000" dirty="0">
              <a:solidFill>
                <a:srgbClr val="675D5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Number Placeholder 4"/>
          <p:cNvSpPr>
            <a:spLocks noGrp="1"/>
          </p:cNvSpPr>
          <p:nvPr>
            <p:ph type="sldNum" sz="quarter" idx="11"/>
          </p:nvPr>
        </p:nvSpPr>
        <p:spPr bwMode="auto">
          <a:xfrm>
            <a:off x="6553200" y="6399213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92075" tIns="46038" rIns="92075" bIns="46038" numCol="1" anchor="ctr" anchorCtr="0" compatLnSpc="1"/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400" kern="1200" smtClean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fld id="{218EA45A-68AA-447D-AA0E-12474C63BAA2}" type="slidenum">
              <a:rPr lang="en-US" altLang="en-US" smtClean="0"/>
            </a:fld>
            <a:endParaRPr lang="en-US" altLang="en-US" sz="1400"/>
          </a:p>
        </p:txBody>
      </p:sp>
      <p:sp>
        <p:nvSpPr>
          <p:cNvPr id="34819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1428750"/>
          </a:xfrm>
        </p:spPr>
        <p:txBody>
          <a:bodyPr/>
          <a:lstStyle/>
          <a:p>
            <a:r>
              <a:rPr lang="en-US" altLang="en-US"/>
              <a:t>Exponent Operations </a:t>
            </a:r>
            <a:endParaRPr lang="en-US" altLang="en-US"/>
          </a:p>
        </p:txBody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0131" y="1470025"/>
            <a:ext cx="8092093" cy="4416425"/>
          </a:xfrm>
        </p:spPr>
        <p:txBody>
          <a:bodyPr/>
          <a:lstStyle/>
          <a:p>
            <a:pPr marL="0" indent="0">
              <a:lnSpc>
                <a:spcPct val="90000"/>
              </a:lnSpc>
              <a:buFont typeface="Monotype Sorts"/>
              <a:buNone/>
            </a:pPr>
            <a:r>
              <a:rPr lang="en-US" altLang="en-US" sz="2400" dirty="0" err="1">
                <a:solidFill>
                  <a:srgbClr val="675D59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System.out.println</a:t>
            </a:r>
            <a:r>
              <a:rPr lang="en-US" altLang="en-US" sz="2400" dirty="0">
                <a:solidFill>
                  <a:srgbClr val="675D59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(</a:t>
            </a:r>
            <a:r>
              <a:rPr lang="en-US" altLang="en-US" sz="2400" dirty="0" err="1">
                <a:solidFill>
                  <a:srgbClr val="675D59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Math.pow</a:t>
            </a:r>
            <a:r>
              <a:rPr lang="en-US" altLang="en-US" sz="2400" dirty="0">
                <a:solidFill>
                  <a:srgbClr val="675D59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(2, 3)); </a:t>
            </a:r>
            <a:endParaRPr lang="en-US" altLang="en-US" sz="2400" dirty="0">
              <a:solidFill>
                <a:srgbClr val="675D59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indent="0">
              <a:lnSpc>
                <a:spcPct val="90000"/>
              </a:lnSpc>
              <a:buFont typeface="Monotype Sorts"/>
              <a:buNone/>
            </a:pPr>
            <a:r>
              <a:rPr lang="en-US" altLang="en-US" sz="2400" dirty="0">
                <a:solidFill>
                  <a:srgbClr val="675D59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// Displays 8.0 </a:t>
            </a:r>
            <a:endParaRPr lang="en-US" altLang="en-US" sz="2400" dirty="0">
              <a:solidFill>
                <a:srgbClr val="675D59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indent="0">
              <a:lnSpc>
                <a:spcPct val="90000"/>
              </a:lnSpc>
              <a:buFont typeface="Monotype Sorts"/>
              <a:buNone/>
            </a:pPr>
            <a:r>
              <a:rPr lang="en-US" altLang="en-US" sz="2400" dirty="0" err="1">
                <a:solidFill>
                  <a:srgbClr val="675D59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System.out.println</a:t>
            </a:r>
            <a:r>
              <a:rPr lang="en-US" altLang="en-US" sz="2400" dirty="0">
                <a:solidFill>
                  <a:srgbClr val="675D59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(</a:t>
            </a:r>
            <a:r>
              <a:rPr lang="en-US" altLang="en-US" sz="2400" dirty="0" err="1">
                <a:solidFill>
                  <a:srgbClr val="675D59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Math.pow</a:t>
            </a:r>
            <a:r>
              <a:rPr lang="en-US" altLang="en-US" sz="2400" dirty="0">
                <a:solidFill>
                  <a:srgbClr val="675D59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(4, 0.5)); </a:t>
            </a:r>
            <a:endParaRPr lang="en-US" altLang="en-US" sz="2400" dirty="0">
              <a:solidFill>
                <a:srgbClr val="675D59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indent="0">
              <a:lnSpc>
                <a:spcPct val="90000"/>
              </a:lnSpc>
              <a:buFont typeface="Monotype Sorts"/>
              <a:buNone/>
            </a:pPr>
            <a:r>
              <a:rPr lang="en-US" altLang="en-US" sz="2400" dirty="0">
                <a:solidFill>
                  <a:srgbClr val="675D59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// Displays 2.0</a:t>
            </a:r>
            <a:endParaRPr lang="en-US" altLang="en-US" sz="2400" dirty="0">
              <a:solidFill>
                <a:srgbClr val="675D59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indent="0">
              <a:lnSpc>
                <a:spcPct val="90000"/>
              </a:lnSpc>
              <a:buFont typeface="Monotype Sorts"/>
              <a:buNone/>
            </a:pPr>
            <a:r>
              <a:rPr lang="en-US" altLang="en-US" sz="2400" dirty="0" err="1">
                <a:solidFill>
                  <a:srgbClr val="675D59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System.out.println</a:t>
            </a:r>
            <a:r>
              <a:rPr lang="en-US" altLang="en-US" sz="2400" dirty="0">
                <a:solidFill>
                  <a:srgbClr val="675D59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(</a:t>
            </a:r>
            <a:r>
              <a:rPr lang="en-US" altLang="en-US" sz="2400" dirty="0" err="1">
                <a:solidFill>
                  <a:srgbClr val="675D59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Math.pow</a:t>
            </a:r>
            <a:r>
              <a:rPr lang="en-US" altLang="en-US" sz="2400" dirty="0">
                <a:solidFill>
                  <a:srgbClr val="675D59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(2.5, 2));</a:t>
            </a:r>
            <a:endParaRPr lang="en-US" altLang="en-US" sz="2400" dirty="0">
              <a:solidFill>
                <a:srgbClr val="675D59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indent="0">
              <a:lnSpc>
                <a:spcPct val="90000"/>
              </a:lnSpc>
              <a:buFont typeface="Monotype Sorts"/>
              <a:buNone/>
            </a:pPr>
            <a:r>
              <a:rPr lang="en-US" altLang="en-US" sz="2400" dirty="0">
                <a:solidFill>
                  <a:srgbClr val="675D59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// Displays 6.25</a:t>
            </a:r>
            <a:endParaRPr lang="en-US" altLang="en-US" sz="2400" dirty="0">
              <a:solidFill>
                <a:srgbClr val="675D59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indent="0">
              <a:lnSpc>
                <a:spcPct val="90000"/>
              </a:lnSpc>
              <a:buFont typeface="Monotype Sorts"/>
              <a:buNone/>
            </a:pPr>
            <a:r>
              <a:rPr lang="en-US" altLang="en-US" sz="2400" dirty="0" err="1">
                <a:solidFill>
                  <a:srgbClr val="675D59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System.out.println</a:t>
            </a:r>
            <a:r>
              <a:rPr lang="en-US" altLang="en-US" sz="2400" dirty="0">
                <a:solidFill>
                  <a:srgbClr val="675D59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(</a:t>
            </a:r>
            <a:r>
              <a:rPr lang="en-US" altLang="en-US" sz="2400" dirty="0" err="1">
                <a:solidFill>
                  <a:srgbClr val="675D59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Math.pow</a:t>
            </a:r>
            <a:r>
              <a:rPr lang="en-US" altLang="en-US" sz="2400" dirty="0">
                <a:solidFill>
                  <a:srgbClr val="675D59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(2.5, -2)); </a:t>
            </a:r>
            <a:endParaRPr lang="en-US" altLang="en-US" sz="2400" dirty="0">
              <a:solidFill>
                <a:srgbClr val="675D59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indent="0">
              <a:lnSpc>
                <a:spcPct val="90000"/>
              </a:lnSpc>
              <a:buFont typeface="Monotype Sorts"/>
              <a:buNone/>
            </a:pPr>
            <a:r>
              <a:rPr lang="en-US" altLang="en-US" sz="2400" dirty="0">
                <a:solidFill>
                  <a:srgbClr val="675D59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// Displays 0.16</a:t>
            </a:r>
            <a:endParaRPr lang="en-US" altLang="en-US" sz="2400" dirty="0">
              <a:solidFill>
                <a:srgbClr val="675D59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18"/>
          <p:cNvSpPr txBox="1">
            <a:spLocks noGrp="1"/>
          </p:cNvSpPr>
          <p:nvPr>
            <p:ph type="body" idx="1"/>
          </p:nvPr>
        </p:nvSpPr>
        <p:spPr>
          <a:xfrm>
            <a:off x="685800" y="1295400"/>
            <a:ext cx="7848600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»"/>
            </a:pPr>
            <a:r>
              <a:rPr lang="en-US" sz="2400" dirty="0"/>
              <a:t>The data fields can be of reference types. </a:t>
            </a:r>
            <a:endParaRPr sz="2400"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Char char="»"/>
            </a:pPr>
            <a:r>
              <a:rPr lang="en-US" sz="2400" dirty="0"/>
              <a:t>For example, the following Student class contains a data field name of the String type.</a:t>
            </a:r>
            <a:endParaRPr dirty="0"/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</a:pPr>
            <a:endParaRPr sz="2400" dirty="0"/>
          </a:p>
          <a:p>
            <a:pPr marL="457200" lvl="0" indent="-457200" algn="l" rtl="0">
              <a:spcBef>
                <a:spcPts val="360"/>
              </a:spcBef>
              <a:spcAft>
                <a:spcPts val="0"/>
              </a:spcAft>
              <a:buClr>
                <a:srgbClr val="8000FF"/>
              </a:buClr>
              <a:buSzPts val="1800"/>
              <a:buFont typeface="Calibri" panose="020F0502020204030204"/>
              <a:buAutoNum type="arabicPeriod"/>
            </a:pPr>
            <a:r>
              <a:rPr lang="en-US" sz="1800" dirty="0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public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</a:t>
            </a:r>
            <a:r>
              <a:rPr lang="en-US" sz="1800" dirty="0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class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Student 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{</a:t>
            </a:r>
            <a:endParaRPr sz="18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457200" lvl="0" indent="-457200" algn="l" rtl="0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AutoNum type="arabicPeriod"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 String name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;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</a:t>
            </a: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// name has default value null</a:t>
            </a:r>
            <a:endParaRPr dirty="0"/>
          </a:p>
          <a:p>
            <a:pPr marL="457200" lvl="0" indent="-457200" algn="l" rtl="0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AutoNum type="arabicPeriod"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 </a:t>
            </a:r>
            <a:r>
              <a:rPr lang="en-US" sz="1800" dirty="0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int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age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;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   </a:t>
            </a: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// age has default value 0</a:t>
            </a:r>
            <a:endParaRPr dirty="0"/>
          </a:p>
          <a:p>
            <a:pPr marL="457200" lvl="0" indent="-457200" algn="l" rtl="0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AutoNum type="arabicPeriod"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 </a:t>
            </a:r>
            <a:r>
              <a:rPr lang="en-US" sz="1800" dirty="0" err="1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boolean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isScienceMajor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;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</a:t>
            </a: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// </a:t>
            </a:r>
            <a:r>
              <a:rPr lang="en-US" sz="1800" dirty="0" err="1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isScienceMajor</a:t>
            </a: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has default value false</a:t>
            </a:r>
            <a:endParaRPr dirty="0"/>
          </a:p>
          <a:p>
            <a:pPr marL="457200" lvl="0" indent="-457200" algn="l" rtl="0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AutoNum type="arabicPeriod"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 </a:t>
            </a:r>
            <a:r>
              <a:rPr lang="en-US" sz="1800" dirty="0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char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gender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;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</a:t>
            </a: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// c has default value '\u0000'</a:t>
            </a:r>
            <a:endParaRPr dirty="0"/>
          </a:p>
          <a:p>
            <a:pPr marL="457200" lvl="0" indent="-457200" algn="l" rtl="0">
              <a:spcBef>
                <a:spcPts val="360"/>
              </a:spcBef>
              <a:spcAft>
                <a:spcPts val="0"/>
              </a:spcAft>
              <a:buClr>
                <a:srgbClr val="000080"/>
              </a:buClr>
              <a:buSzPts val="1800"/>
              <a:buFont typeface="Calibri" panose="020F0502020204030204"/>
              <a:buAutoNum type="arabicPeriod"/>
            </a:pP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}</a:t>
            </a:r>
            <a:endParaRPr sz="18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</p:txBody>
      </p:sp>
      <p:sp>
        <p:nvSpPr>
          <p:cNvPr id="706" name="Google Shape;706;p18"/>
          <p:cNvSpPr txBox="1"/>
          <p:nvPr/>
        </p:nvSpPr>
        <p:spPr>
          <a:xfrm>
            <a:off x="533400" y="3048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 panose="020F0502020204030204"/>
              <a:buNone/>
            </a:pPr>
            <a:r>
              <a:rPr lang="en-US" sz="3200" b="1" cap="small">
                <a:solidFill>
                  <a:srgbClr val="C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Reference Data Fields</a:t>
            </a:r>
            <a:endParaRPr sz="3200" b="1" cap="small">
              <a:solidFill>
                <a:srgbClr val="C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07" name="Google Shape;707;p18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A59B98"/>
                </a:solidFill>
              </a:rPr>
            </a:fld>
            <a:endParaRPr>
              <a:solidFill>
                <a:srgbClr val="A59B98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19"/>
          <p:cNvSpPr txBox="1">
            <a:spLocks noGrp="1"/>
          </p:cNvSpPr>
          <p:nvPr>
            <p:ph type="body" idx="1"/>
          </p:nvPr>
        </p:nvSpPr>
        <p:spPr>
          <a:xfrm>
            <a:off x="685800" y="1295400"/>
            <a:ext cx="7848600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»"/>
            </a:pPr>
            <a:r>
              <a:rPr lang="en-US" sz="2400"/>
              <a:t>If a data field of a </a:t>
            </a:r>
            <a:r>
              <a:rPr lang="en-US" sz="2400">
                <a:solidFill>
                  <a:srgbClr val="1155CC"/>
                </a:solidFill>
              </a:rPr>
              <a:t>reference type does not reference</a:t>
            </a:r>
            <a:r>
              <a:rPr lang="en-US" sz="2400"/>
              <a:t> any object, the data field holds a </a:t>
            </a:r>
            <a:r>
              <a:rPr lang="en-US" sz="2400">
                <a:solidFill>
                  <a:srgbClr val="1155CC"/>
                </a:solidFill>
              </a:rPr>
              <a:t>special literal value, null. </a:t>
            </a:r>
            <a:endParaRPr sz="2400">
              <a:solidFill>
                <a:srgbClr val="1155CC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  <a:p>
            <a:pPr marL="34290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000000"/>
                </a:solidFill>
                <a:highlight>
                  <a:schemeClr val="lt1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String name</a:t>
            </a:r>
            <a:r>
              <a:rPr lang="en-US" sz="2100" b="1">
                <a:solidFill>
                  <a:srgbClr val="000080"/>
                </a:solidFill>
                <a:highlight>
                  <a:schemeClr val="lt1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;</a:t>
            </a:r>
            <a:r>
              <a:rPr lang="en-US" sz="2100">
                <a:solidFill>
                  <a:srgbClr val="000000"/>
                </a:solidFill>
                <a:highlight>
                  <a:schemeClr val="lt1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</a:t>
            </a:r>
            <a:r>
              <a:rPr lang="en-US" sz="2100">
                <a:solidFill>
                  <a:srgbClr val="008000"/>
                </a:solidFill>
                <a:highlight>
                  <a:schemeClr val="lt1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// name has default value null</a:t>
            </a:r>
            <a:endParaRPr sz="2700"/>
          </a:p>
        </p:txBody>
      </p:sp>
      <p:sp>
        <p:nvSpPr>
          <p:cNvPr id="713" name="Google Shape;713;p19"/>
          <p:cNvSpPr txBox="1"/>
          <p:nvPr/>
        </p:nvSpPr>
        <p:spPr>
          <a:xfrm>
            <a:off x="533400" y="3048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 panose="020F0502020204030204"/>
              <a:buNone/>
            </a:pPr>
            <a:r>
              <a:rPr lang="en-US" sz="3200" b="1" cap="small">
                <a:solidFill>
                  <a:srgbClr val="C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null Value</a:t>
            </a:r>
            <a:endParaRPr sz="3200" b="1" cap="small">
              <a:solidFill>
                <a:srgbClr val="C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14" name="Google Shape;714;p19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A59B98"/>
                </a:solidFill>
              </a:rPr>
            </a:fld>
            <a:endParaRPr>
              <a:solidFill>
                <a:srgbClr val="A59B98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20"/>
          <p:cNvSpPr txBox="1">
            <a:spLocks noGrp="1"/>
          </p:cNvSpPr>
          <p:nvPr>
            <p:ph type="body" idx="1"/>
          </p:nvPr>
        </p:nvSpPr>
        <p:spPr>
          <a:xfrm>
            <a:off x="685800" y="1295400"/>
            <a:ext cx="786130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»"/>
            </a:pPr>
            <a:r>
              <a:rPr lang="en-US" sz="2400" dirty="0"/>
              <a:t>The default value of a data field is </a:t>
            </a:r>
            <a:endParaRPr sz="2400" dirty="0"/>
          </a:p>
          <a:p>
            <a:pPr marL="742950" lvl="1" indent="-2857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˃"/>
            </a:pPr>
            <a:r>
              <a:rPr lang="en-US" dirty="0"/>
              <a:t>null for a reference type</a:t>
            </a:r>
            <a:endParaRPr dirty="0"/>
          </a:p>
          <a:p>
            <a:pPr marL="742950" lvl="1" indent="-2857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˃"/>
            </a:pPr>
            <a:r>
              <a:rPr lang="en-US" dirty="0"/>
              <a:t>0 for a numeric type</a:t>
            </a:r>
            <a:endParaRPr dirty="0"/>
          </a:p>
          <a:p>
            <a:pPr marL="742950" lvl="1" indent="-2857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˃"/>
            </a:pPr>
            <a:r>
              <a:rPr lang="en-US" dirty="0"/>
              <a:t>false for a </a:t>
            </a:r>
            <a:r>
              <a:rPr lang="en-US" dirty="0" err="1"/>
              <a:t>boolean</a:t>
            </a:r>
            <a:r>
              <a:rPr lang="en-US" dirty="0"/>
              <a:t> type</a:t>
            </a:r>
            <a:endParaRPr dirty="0"/>
          </a:p>
          <a:p>
            <a:pPr marL="742950" lvl="1" indent="-2857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˃"/>
            </a:pPr>
            <a:r>
              <a:rPr lang="en-US" dirty="0"/>
              <a:t>'\u0000' for a char type</a:t>
            </a:r>
            <a:endParaRPr sz="2400"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Char char="»"/>
            </a:pPr>
            <a:r>
              <a:rPr lang="en-US" sz="2400" dirty="0"/>
              <a:t>However, Java assigns no default value to a local variable inside a method.</a:t>
            </a:r>
            <a:endParaRPr dirty="0"/>
          </a:p>
          <a:p>
            <a:pPr marL="342900" lvl="0" indent="-228600" algn="l" rtl="0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</a:pPr>
            <a:endParaRPr sz="1800" dirty="0"/>
          </a:p>
          <a:p>
            <a:pPr marL="514350" lvl="0" indent="-514350" algn="l" rtl="0">
              <a:spcBef>
                <a:spcPts val="280"/>
              </a:spcBef>
              <a:spcAft>
                <a:spcPts val="0"/>
              </a:spcAft>
              <a:buClr>
                <a:srgbClr val="8000FF"/>
              </a:buClr>
              <a:buSzPts val="1400"/>
              <a:buFont typeface="Calibri" panose="020F0502020204030204"/>
              <a:buAutoNum type="arabicPeriod"/>
            </a:pPr>
            <a:r>
              <a:rPr lang="en-US" sz="1400" dirty="0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public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</a:t>
            </a:r>
            <a:r>
              <a:rPr lang="en-US" sz="1400" dirty="0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class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Test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{</a:t>
            </a:r>
            <a:endParaRPr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514350" lvl="0" indent="-514350" algn="l" rtl="0"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F0502020204030204"/>
              <a:buAutoNum type="arabicPeriod"/>
            </a:pP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 </a:t>
            </a:r>
            <a:r>
              <a:rPr lang="en-US" sz="1400" dirty="0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public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</a:t>
            </a:r>
            <a:r>
              <a:rPr lang="en-US" sz="1400" dirty="0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static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</a:t>
            </a:r>
            <a:r>
              <a:rPr lang="en-US" sz="1400" dirty="0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void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main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(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String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[]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args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)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{</a:t>
            </a:r>
            <a:endParaRPr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514350" lvl="0" indent="-514350" algn="l" rtl="0"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F0502020204030204"/>
              <a:buAutoNum type="arabicPeriod"/>
            </a:pP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    Student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student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=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new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Student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();</a:t>
            </a:r>
            <a:endParaRPr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514350" lvl="0" indent="-514350" algn="l" rtl="0"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F0502020204030204"/>
              <a:buAutoNum type="arabicPeriod"/>
            </a:pP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   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System</a:t>
            </a:r>
            <a:r>
              <a:rPr lang="en-US" sz="1400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.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out</a:t>
            </a:r>
            <a:r>
              <a:rPr lang="en-US" sz="1400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.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println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(</a:t>
            </a:r>
            <a:r>
              <a:rPr lang="en-US" sz="1400" dirty="0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"name? "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+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student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.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name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);</a:t>
            </a:r>
            <a:endParaRPr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514350" lvl="0" indent="-514350" algn="l" rtl="0"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F0502020204030204"/>
              <a:buAutoNum type="arabicPeriod"/>
            </a:pP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   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System</a:t>
            </a:r>
            <a:r>
              <a:rPr lang="en-US" sz="1400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.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out</a:t>
            </a:r>
            <a:r>
              <a:rPr lang="en-US" sz="1400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.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println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(</a:t>
            </a:r>
            <a:r>
              <a:rPr lang="en-US" sz="1400" dirty="0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"age? "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+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student</a:t>
            </a:r>
            <a:r>
              <a:rPr lang="en-US" sz="1400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.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age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);</a:t>
            </a:r>
            <a:endParaRPr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514350" lvl="0" indent="-514350" algn="l" rtl="0"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F0502020204030204"/>
              <a:buAutoNum type="arabicPeriod"/>
            </a:pP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   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System</a:t>
            </a:r>
            <a:r>
              <a:rPr lang="en-US" sz="1400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.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out</a:t>
            </a:r>
            <a:r>
              <a:rPr lang="en-US" sz="1400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.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println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(</a:t>
            </a:r>
            <a:r>
              <a:rPr lang="en-US" sz="1400" dirty="0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"</a:t>
            </a:r>
            <a:r>
              <a:rPr lang="en-US" sz="1400" dirty="0" err="1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isScienceMajor</a:t>
            </a:r>
            <a:r>
              <a:rPr lang="en-US" sz="1400" dirty="0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? "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+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student</a:t>
            </a:r>
            <a:r>
              <a:rPr lang="en-US" sz="1400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.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isScienceMajor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);</a:t>
            </a:r>
            <a:endParaRPr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514350" lvl="0" indent="-514350" algn="l" rtl="0"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F0502020204030204"/>
              <a:buAutoNum type="arabicPeriod"/>
            </a:pP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   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System</a:t>
            </a:r>
            <a:r>
              <a:rPr lang="en-US" sz="1400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.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out</a:t>
            </a:r>
            <a:r>
              <a:rPr lang="en-US" sz="1400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.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println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(</a:t>
            </a:r>
            <a:r>
              <a:rPr lang="en-US" sz="1400" dirty="0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"gender? "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+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student</a:t>
            </a:r>
            <a:r>
              <a:rPr lang="en-US" sz="1400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.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gender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);</a:t>
            </a:r>
            <a:endParaRPr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514350" lvl="0" indent="-514350" algn="l" rtl="0"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F0502020204030204"/>
              <a:buAutoNum type="arabicPeriod"/>
            </a:pP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}</a:t>
            </a:r>
            <a:endParaRPr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514350" lvl="0" indent="-514350" algn="l" rtl="0">
              <a:spcBef>
                <a:spcPts val="280"/>
              </a:spcBef>
              <a:spcAft>
                <a:spcPts val="0"/>
              </a:spcAft>
              <a:buClr>
                <a:srgbClr val="000080"/>
              </a:buClr>
              <a:buSzPts val="1400"/>
              <a:buFont typeface="Calibri" panose="020F0502020204030204"/>
              <a:buAutoNum type="arabicPeriod"/>
            </a:pP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}</a:t>
            </a:r>
            <a:endParaRPr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</p:txBody>
      </p:sp>
      <p:sp>
        <p:nvSpPr>
          <p:cNvPr id="720" name="Google Shape;720;p20"/>
          <p:cNvSpPr txBox="1"/>
          <p:nvPr/>
        </p:nvSpPr>
        <p:spPr>
          <a:xfrm>
            <a:off x="533400" y="3048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 panose="020F0502020204030204"/>
              <a:buNone/>
            </a:pPr>
            <a:r>
              <a:rPr lang="en-US" sz="3200" b="1" cap="small">
                <a:solidFill>
                  <a:srgbClr val="C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Default Value for a Data Field</a:t>
            </a:r>
            <a:endParaRPr sz="3200" b="1" cap="small">
              <a:solidFill>
                <a:srgbClr val="C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21" name="Google Shape;721;p20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A59B98"/>
                </a:solidFill>
              </a:rPr>
            </a:fld>
            <a:endParaRPr>
              <a:solidFill>
                <a:srgbClr val="A59B98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21"/>
          <p:cNvSpPr txBox="1">
            <a:spLocks noGrp="1"/>
          </p:cNvSpPr>
          <p:nvPr>
            <p:ph type="body" idx="1"/>
          </p:nvPr>
        </p:nvSpPr>
        <p:spPr>
          <a:xfrm>
            <a:off x="685800" y="1295400"/>
            <a:ext cx="7848600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»"/>
            </a:pPr>
            <a:r>
              <a:rPr lang="en-US" sz="2400" dirty="0"/>
              <a:t>Java assigns no default value to a local variable inside a method. </a:t>
            </a:r>
            <a:endParaRPr dirty="0"/>
          </a:p>
          <a:p>
            <a:pPr marL="342900" lvl="0" indent="-165100" algn="l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</a:pPr>
            <a:endParaRPr dirty="0"/>
          </a:p>
          <a:p>
            <a:pPr marL="457200" lvl="0" indent="-457200" algn="l" rtl="0">
              <a:spcBef>
                <a:spcPts val="360"/>
              </a:spcBef>
              <a:spcAft>
                <a:spcPts val="0"/>
              </a:spcAft>
              <a:buClr>
                <a:srgbClr val="8000FF"/>
              </a:buClr>
              <a:buSzPts val="1800"/>
              <a:buFont typeface="Calibri" panose="020F0502020204030204"/>
              <a:buAutoNum type="arabicPeriod"/>
            </a:pPr>
            <a:r>
              <a:rPr lang="en-US" sz="1800" dirty="0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public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</a:t>
            </a:r>
            <a:r>
              <a:rPr lang="en-US" sz="1800" dirty="0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class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Test 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{</a:t>
            </a:r>
            <a:endParaRPr sz="18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457200" lvl="0" indent="-457200" algn="l" rtl="0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AutoNum type="arabicPeriod"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 </a:t>
            </a:r>
            <a:r>
              <a:rPr lang="en-US" sz="1800" dirty="0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public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</a:t>
            </a:r>
            <a:r>
              <a:rPr lang="en-US" sz="1800" dirty="0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static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</a:t>
            </a:r>
            <a:r>
              <a:rPr lang="en-US" sz="1800" dirty="0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void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main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(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String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[]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args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)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{</a:t>
            </a:r>
            <a:endParaRPr sz="18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457200" lvl="0" indent="-457200" algn="l" rtl="0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AutoNum type="arabicPeriod"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    </a:t>
            </a:r>
            <a:r>
              <a:rPr lang="en-US" sz="1800" dirty="0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int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x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;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  </a:t>
            </a: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// x has no default value</a:t>
            </a:r>
            <a:endParaRPr dirty="0"/>
          </a:p>
          <a:p>
            <a:pPr marL="457200" lvl="0" indent="-457200" algn="l" rtl="0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AutoNum type="arabicPeriod"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    String y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;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</a:t>
            </a:r>
            <a:r>
              <a:rPr lang="en-US" sz="180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// y has no default value</a:t>
            </a:r>
            <a:endParaRPr dirty="0"/>
          </a:p>
          <a:p>
            <a:pPr marL="457200" lvl="0" indent="-457200" algn="l" rtl="0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AutoNum type="arabicPeriod"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   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System</a:t>
            </a:r>
            <a:r>
              <a:rPr lang="en-US" sz="1800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.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out</a:t>
            </a:r>
            <a:r>
              <a:rPr lang="en-US" sz="1800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.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println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(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"x is "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+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x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);</a:t>
            </a:r>
            <a:endParaRPr sz="18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457200" lvl="0" indent="-457200" algn="l" rtl="0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AutoNum type="arabicPeriod"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   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System</a:t>
            </a:r>
            <a:r>
              <a:rPr lang="en-US" sz="1800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.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out</a:t>
            </a:r>
            <a:r>
              <a:rPr lang="en-US" sz="1800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.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println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(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"y is "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+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y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);</a:t>
            </a:r>
            <a:endParaRPr sz="18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457200" lvl="0" indent="-457200" algn="l" rtl="0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 panose="020F0502020204030204"/>
              <a:buAutoNum type="arabicPeriod"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 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}</a:t>
            </a:r>
            <a:endParaRPr sz="18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457200" lvl="0" indent="-457200" algn="l" rtl="0">
              <a:spcBef>
                <a:spcPts val="360"/>
              </a:spcBef>
              <a:spcAft>
                <a:spcPts val="0"/>
              </a:spcAft>
              <a:buClr>
                <a:srgbClr val="000080"/>
              </a:buClr>
              <a:buSzPts val="1800"/>
              <a:buFont typeface="Calibri" panose="020F0502020204030204"/>
              <a:buAutoNum type="arabicPeriod"/>
            </a:pP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}</a:t>
            </a:r>
            <a:endParaRPr sz="18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342900" lvl="0" indent="-165100" algn="l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</a:pP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Char char="»"/>
            </a:pPr>
            <a:r>
              <a:rPr lang="en-US" sz="2400" dirty="0"/>
              <a:t>Compilation error: variables not initialized</a:t>
            </a:r>
            <a:endParaRPr sz="2400" dirty="0"/>
          </a:p>
        </p:txBody>
      </p:sp>
      <p:sp>
        <p:nvSpPr>
          <p:cNvPr id="727" name="Google Shape;727;p21"/>
          <p:cNvSpPr txBox="1"/>
          <p:nvPr/>
        </p:nvSpPr>
        <p:spPr>
          <a:xfrm>
            <a:off x="533400" y="3048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 panose="020F0502020204030204"/>
              <a:buNone/>
            </a:pPr>
            <a:r>
              <a:rPr lang="en-US" sz="3200" b="1" cap="small">
                <a:solidFill>
                  <a:srgbClr val="C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Example</a:t>
            </a:r>
            <a:endParaRPr lang="en-US" sz="3200" b="1" cap="small">
              <a:solidFill>
                <a:srgbClr val="C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28" name="Google Shape;728;p21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A59B98"/>
                </a:solidFill>
              </a:rPr>
            </a:fld>
            <a:endParaRPr>
              <a:solidFill>
                <a:srgbClr val="A59B98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22"/>
          <p:cNvSpPr txBox="1">
            <a:spLocks noGrp="1"/>
          </p:cNvSpPr>
          <p:nvPr>
            <p:ph type="body" idx="1"/>
          </p:nvPr>
        </p:nvSpPr>
        <p:spPr>
          <a:xfrm>
            <a:off x="685800" y="1295400"/>
            <a:ext cx="7848600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»"/>
            </a:pPr>
            <a:r>
              <a:rPr lang="en-US" sz="2400"/>
              <a:t>Primitive type </a:t>
            </a:r>
            <a:endParaRPr lang="en-US" sz="2400"/>
          </a:p>
          <a:p>
            <a:pPr marL="0" lvl="0" indent="0" algn="ctr" rtl="0">
              <a:spcBef>
                <a:spcPts val="360"/>
              </a:spcBef>
              <a:spcAft>
                <a:spcPts val="0"/>
              </a:spcAft>
              <a:buClr>
                <a:srgbClr val="8000FF"/>
              </a:buClr>
              <a:buSzPts val="1800"/>
              <a:buNone/>
            </a:pPr>
            <a:r>
              <a:rPr lang="en-US" sz="1800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int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i </a:t>
            </a:r>
            <a:r>
              <a:rPr lang="en-US" sz="1800" b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</a:t>
            </a:r>
            <a:r>
              <a:rPr lang="en-US" sz="180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1</a:t>
            </a:r>
            <a:r>
              <a:rPr lang="en-US" sz="1800" b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;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</a:pPr>
            <a:endParaRPr sz="2400">
              <a:solidFill>
                <a:srgbClr val="000000"/>
              </a:solidFill>
              <a:highlight>
                <a:srgbClr val="FFFFFF"/>
              </a:highlight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</a:pPr>
            <a:endParaRPr sz="240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Char char="»"/>
            </a:pPr>
            <a:r>
              <a:rPr lang="en-US" sz="2400"/>
              <a:t>Object type  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Circle c </a:t>
            </a:r>
            <a:r>
              <a:rPr lang="en-US" sz="1800" b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=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</a:t>
            </a:r>
            <a:r>
              <a:rPr lang="en-US" sz="1800" b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new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Circle</a:t>
            </a:r>
            <a:r>
              <a:rPr lang="en-US" sz="1800" b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();</a:t>
            </a:r>
            <a:endParaRPr lang="en-US" sz="1800" b="1">
              <a:solidFill>
                <a:srgbClr val="000080"/>
              </a:solidFill>
              <a:highlight>
                <a:srgbClr val="FFFFFF"/>
              </a:highlight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</a:pPr>
            <a:endParaRPr sz="1800">
              <a:solidFill>
                <a:srgbClr val="000000"/>
              </a:solidFill>
              <a:highlight>
                <a:srgbClr val="FFFFFF"/>
              </a:highlight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Char char="»"/>
            </a:pPr>
            <a:r>
              <a:rPr lang="en-US" sz="2400"/>
              <a:t>c is a reference created using new Circle()</a:t>
            </a:r>
            <a:endParaRPr lang="en-US" sz="2400"/>
          </a:p>
        </p:txBody>
      </p:sp>
      <p:sp>
        <p:nvSpPr>
          <p:cNvPr id="734" name="Google Shape;734;p22"/>
          <p:cNvSpPr txBox="1"/>
          <p:nvPr/>
        </p:nvSpPr>
        <p:spPr>
          <a:xfrm>
            <a:off x="533400" y="3048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 panose="020F0502020204030204"/>
              <a:buNone/>
            </a:pPr>
            <a:r>
              <a:rPr lang="en-US" sz="3200" b="1" cap="small">
                <a:solidFill>
                  <a:srgbClr val="C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Differences between Variables of Primitive Data Types and Object Types</a:t>
            </a:r>
            <a:endParaRPr lang="en-US" sz="3200" b="1" cap="small">
              <a:solidFill>
                <a:srgbClr val="C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35" name="Google Shape;735;p22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A59B98"/>
                </a:solidFill>
              </a:rPr>
            </a:fld>
            <a:endParaRPr>
              <a:solidFill>
                <a:srgbClr val="A59B98"/>
              </a:solidFill>
            </a:endParaRPr>
          </a:p>
        </p:txBody>
      </p:sp>
      <p:pic>
        <p:nvPicPr>
          <p:cNvPr id="736" name="Google Shape;736;p22" descr="C:\Users\Its\Downloads\t1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2470150" y="1890712"/>
            <a:ext cx="495300" cy="790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37" name="Google Shape;737;p22" descr="C:\Users\Its\Downloads\t1 (1)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3156017" y="4409373"/>
            <a:ext cx="2209800" cy="80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23"/>
          <p:cNvSpPr txBox="1">
            <a:spLocks noGrp="1"/>
          </p:cNvSpPr>
          <p:nvPr>
            <p:ph type="body" idx="1"/>
          </p:nvPr>
        </p:nvSpPr>
        <p:spPr>
          <a:xfrm>
            <a:off x="685800" y="1295400"/>
            <a:ext cx="7848600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»"/>
            </a:pPr>
            <a:r>
              <a:rPr lang="en-US" sz="2400"/>
              <a:t>Primitive type assignment i = j</a:t>
            </a:r>
            <a:endParaRPr sz="2400"/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</a:pPr>
            <a:endParaRPr sz="2400"/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</a:pPr>
            <a:endParaRPr sz="2400"/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</a:pPr>
            <a:endParaRPr sz="240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Char char="»"/>
            </a:pPr>
            <a:r>
              <a:rPr lang="en-US" sz="2400"/>
              <a:t>Object type assignment c1 = c2</a:t>
            </a:r>
            <a:endParaRPr lang="en-US" sz="2400"/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</a:pPr>
            <a:endParaRPr sz="2400"/>
          </a:p>
        </p:txBody>
      </p:sp>
      <p:sp>
        <p:nvSpPr>
          <p:cNvPr id="743" name="Google Shape;743;p23"/>
          <p:cNvSpPr txBox="1"/>
          <p:nvPr/>
        </p:nvSpPr>
        <p:spPr>
          <a:xfrm>
            <a:off x="533400" y="3048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 panose="020F0502020204030204"/>
              <a:buNone/>
            </a:pPr>
            <a:r>
              <a:rPr lang="en-US" sz="3200" b="1" cap="small">
                <a:solidFill>
                  <a:srgbClr val="C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Copying Variables of Primitive Data Types and Object Types</a:t>
            </a:r>
            <a:endParaRPr lang="en-US" sz="3200" b="1" cap="small">
              <a:solidFill>
                <a:srgbClr val="C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44" name="Google Shape;744;p23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A59B98"/>
                </a:solidFill>
              </a:rPr>
            </a:fld>
            <a:endParaRPr>
              <a:solidFill>
                <a:srgbClr val="A59B98"/>
              </a:solidFill>
            </a:endParaRPr>
          </a:p>
        </p:txBody>
      </p:sp>
      <p:pic>
        <p:nvPicPr>
          <p:cNvPr id="745" name="Google Shape;745;p23" descr="C:\Users\Its\Downloads\t3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3268679" y="1846447"/>
            <a:ext cx="2914650" cy="106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6" name="Google Shape;746;p23" descr="C:\Users\Its\Downloads\t2 (1)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842286" y="3730091"/>
            <a:ext cx="5305425" cy="234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g2d92890528a_0_6"/>
          <p:cNvSpPr txBox="1">
            <a:spLocks noGrp="1"/>
          </p:cNvSpPr>
          <p:nvPr>
            <p:ph type="body" idx="1"/>
          </p:nvPr>
        </p:nvSpPr>
        <p:spPr>
          <a:xfrm>
            <a:off x="4011825" y="1526900"/>
            <a:ext cx="4825500" cy="42135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100" dirty="0"/>
              <a:t>public class Main {</a:t>
            </a:r>
            <a:endParaRPr sz="2100" dirty="0"/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None/>
            </a:pPr>
            <a:endParaRPr sz="2100" dirty="0"/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100" dirty="0"/>
              <a:t>    public static void main(String[] </a:t>
            </a:r>
            <a:r>
              <a:rPr lang="en-US" sz="2100" dirty="0" err="1"/>
              <a:t>args</a:t>
            </a:r>
            <a:r>
              <a:rPr lang="en-US" sz="2100" dirty="0"/>
              <a:t>) {</a:t>
            </a:r>
            <a:endParaRPr sz="2100" dirty="0"/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None/>
            </a:pPr>
            <a:endParaRPr sz="2100" dirty="0"/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100" dirty="0"/>
              <a:t>        Circle c1 = new Circle(5); </a:t>
            </a:r>
            <a:endParaRPr sz="2100" dirty="0"/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100" dirty="0"/>
              <a:t>        Circle c2 = new Circle(5); </a:t>
            </a:r>
            <a:endParaRPr sz="2100" dirty="0"/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100" dirty="0"/>
              <a:t>		   </a:t>
            </a:r>
            <a:r>
              <a:rPr lang="en-US" sz="2100" dirty="0" err="1">
                <a:solidFill>
                  <a:srgbClr val="0000FF"/>
                </a:solidFill>
              </a:rPr>
              <a:t>System.out.println</a:t>
            </a:r>
            <a:r>
              <a:rPr lang="en-US" sz="2100" dirty="0">
                <a:solidFill>
                  <a:srgbClr val="0000FF"/>
                </a:solidFill>
              </a:rPr>
              <a:t>(c1 == c2); </a:t>
            </a:r>
            <a:endParaRPr sz="2100" dirty="0"/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100" dirty="0"/>
              <a:t>        </a:t>
            </a:r>
            <a:r>
              <a:rPr lang="en-US" sz="2100" dirty="0" err="1">
                <a:solidFill>
                  <a:srgbClr val="0000FF"/>
                </a:solidFill>
              </a:rPr>
              <a:t>System.out.println</a:t>
            </a:r>
            <a:r>
              <a:rPr lang="en-US" sz="2100" dirty="0">
                <a:solidFill>
                  <a:srgbClr val="0000FF"/>
                </a:solidFill>
              </a:rPr>
              <a:t>(c1.equals(c2)); </a:t>
            </a:r>
            <a:endParaRPr sz="2100" dirty="0">
              <a:solidFill>
                <a:srgbClr val="0000FF"/>
              </a:solidFill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100" dirty="0"/>
              <a:t>        c1 = c2;  // c2 also copies address of c1 so both point to same object now so c1== c2 will work.</a:t>
            </a:r>
            <a:endParaRPr sz="2100" dirty="0"/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100" dirty="0"/>
              <a:t>        </a:t>
            </a:r>
            <a:r>
              <a:rPr lang="en-US" sz="2100" dirty="0" err="1">
                <a:solidFill>
                  <a:srgbClr val="0000FF"/>
                </a:solidFill>
              </a:rPr>
              <a:t>System.out.println</a:t>
            </a:r>
            <a:r>
              <a:rPr lang="en-US" sz="2100" dirty="0">
                <a:solidFill>
                  <a:srgbClr val="0000FF"/>
                </a:solidFill>
              </a:rPr>
              <a:t>(c1 == c2);  </a:t>
            </a:r>
            <a:r>
              <a:rPr lang="en-US" sz="2100" dirty="0"/>
              <a:t>   }</a:t>
            </a:r>
            <a:endParaRPr sz="2100" dirty="0"/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100" dirty="0"/>
              <a:t>}</a:t>
            </a:r>
            <a:endParaRPr lang="en-US" sz="2100" dirty="0"/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100" dirty="0"/>
              <a:t>false false true</a:t>
            </a:r>
            <a:endParaRPr sz="2100" dirty="0"/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None/>
            </a:pPr>
            <a:endParaRPr sz="2100" dirty="0"/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</a:pPr>
            <a:endParaRPr sz="2100" dirty="0"/>
          </a:p>
        </p:txBody>
      </p:sp>
      <p:sp>
        <p:nvSpPr>
          <p:cNvPr id="752" name="Google Shape;752;g2d92890528a_0_6"/>
          <p:cNvSpPr txBox="1"/>
          <p:nvPr/>
        </p:nvSpPr>
        <p:spPr>
          <a:xfrm>
            <a:off x="533400" y="3048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 panose="020F0502020204030204"/>
              <a:buNone/>
            </a:pPr>
            <a:r>
              <a:rPr lang="en-US" sz="3200" b="1" cap="small">
                <a:solidFill>
                  <a:srgbClr val="C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Copying Variables of Object Types: Output?</a:t>
            </a:r>
            <a:endParaRPr lang="en-US" sz="3200" b="1" cap="small">
              <a:solidFill>
                <a:srgbClr val="C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53" name="Google Shape;753;g2d92890528a_0_6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A59B98"/>
                </a:solidFill>
              </a:rPr>
            </a:fld>
            <a:endParaRPr>
              <a:solidFill>
                <a:srgbClr val="A59B98"/>
              </a:solidFill>
            </a:endParaRPr>
          </a:p>
        </p:txBody>
      </p:sp>
      <p:sp>
        <p:nvSpPr>
          <p:cNvPr id="754" name="Google Shape;754;g2d92890528a_0_6"/>
          <p:cNvSpPr txBox="1"/>
          <p:nvPr/>
        </p:nvSpPr>
        <p:spPr>
          <a:xfrm>
            <a:off x="533400" y="1430025"/>
            <a:ext cx="3232500" cy="2524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chemeClr val="dk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class Circle {</a:t>
            </a:r>
            <a:endParaRPr sz="2200" dirty="0">
              <a:solidFill>
                <a:schemeClr val="dk2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chemeClr val="dk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   int radius;</a:t>
            </a:r>
            <a:endParaRPr sz="2200" dirty="0">
              <a:solidFill>
                <a:schemeClr val="dk2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chemeClr val="dk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   Circle(int radius) {</a:t>
            </a:r>
            <a:endParaRPr sz="2200" dirty="0">
              <a:solidFill>
                <a:schemeClr val="dk2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chemeClr val="dk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       </a:t>
            </a:r>
            <a:r>
              <a:rPr lang="en-US" sz="2200" dirty="0" err="1">
                <a:solidFill>
                  <a:schemeClr val="dk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this.radius</a:t>
            </a:r>
            <a:r>
              <a:rPr lang="en-US" sz="2200" dirty="0">
                <a:solidFill>
                  <a:schemeClr val="dk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= radius;</a:t>
            </a:r>
            <a:endParaRPr sz="2200" dirty="0">
              <a:solidFill>
                <a:schemeClr val="dk2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chemeClr val="dk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   }</a:t>
            </a:r>
            <a:endParaRPr sz="2200" dirty="0">
              <a:solidFill>
                <a:schemeClr val="dk2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chemeClr val="dk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}</a:t>
            </a:r>
            <a:endParaRPr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g2d92890528a_0_17"/>
          <p:cNvSpPr txBox="1">
            <a:spLocks noGrp="1"/>
          </p:cNvSpPr>
          <p:nvPr>
            <p:ph type="body" idx="1"/>
          </p:nvPr>
        </p:nvSpPr>
        <p:spPr>
          <a:xfrm>
            <a:off x="4011825" y="1526900"/>
            <a:ext cx="4825500" cy="42135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100" dirty="0"/>
              <a:t>public class Main {</a:t>
            </a:r>
            <a:endParaRPr sz="2100" dirty="0"/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None/>
            </a:pPr>
            <a:endParaRPr sz="2100" dirty="0"/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100" dirty="0"/>
              <a:t>    public static void main(String[] </a:t>
            </a:r>
            <a:r>
              <a:rPr lang="en-US" sz="2100" dirty="0" err="1"/>
              <a:t>args</a:t>
            </a:r>
            <a:r>
              <a:rPr lang="en-US" sz="2100" dirty="0"/>
              <a:t>) {</a:t>
            </a:r>
            <a:endParaRPr sz="2100" dirty="0"/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None/>
            </a:pPr>
            <a:endParaRPr sz="2100" dirty="0"/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100" dirty="0"/>
              <a:t>        String s1 = new String(“Ahmad”); </a:t>
            </a:r>
            <a:endParaRPr sz="2100" dirty="0"/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100" dirty="0"/>
              <a:t>        String s2 = new String(“Ahmad”); </a:t>
            </a:r>
            <a:endParaRPr sz="2100" dirty="0"/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100" dirty="0"/>
              <a:t>		   </a:t>
            </a:r>
            <a:r>
              <a:rPr lang="en-US" sz="2100" dirty="0" err="1">
                <a:solidFill>
                  <a:srgbClr val="0000FF"/>
                </a:solidFill>
              </a:rPr>
              <a:t>System.out.println</a:t>
            </a:r>
            <a:r>
              <a:rPr lang="en-US" sz="2100" dirty="0">
                <a:solidFill>
                  <a:srgbClr val="0000FF"/>
                </a:solidFill>
              </a:rPr>
              <a:t>(s1 == s2); </a:t>
            </a:r>
            <a:endParaRPr sz="2100" dirty="0"/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100" dirty="0"/>
              <a:t>        </a:t>
            </a:r>
            <a:r>
              <a:rPr lang="en-US" sz="2100" dirty="0" err="1">
                <a:solidFill>
                  <a:srgbClr val="0000FF"/>
                </a:solidFill>
              </a:rPr>
              <a:t>System.out.println</a:t>
            </a:r>
            <a:r>
              <a:rPr lang="en-US" sz="2100" dirty="0">
                <a:solidFill>
                  <a:srgbClr val="0000FF"/>
                </a:solidFill>
              </a:rPr>
              <a:t>(s1.equals(s2)); </a:t>
            </a:r>
            <a:endParaRPr sz="2100" dirty="0">
              <a:solidFill>
                <a:srgbClr val="0000FF"/>
              </a:solidFill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100" dirty="0"/>
              <a:t>        s1 = s2; </a:t>
            </a:r>
            <a:endParaRPr sz="2100" dirty="0"/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100" dirty="0"/>
              <a:t>        </a:t>
            </a:r>
            <a:r>
              <a:rPr lang="en-US" sz="2100" dirty="0" err="1">
                <a:solidFill>
                  <a:srgbClr val="0000FF"/>
                </a:solidFill>
              </a:rPr>
              <a:t>System.out.println</a:t>
            </a:r>
            <a:r>
              <a:rPr lang="en-US" sz="2100" dirty="0">
                <a:solidFill>
                  <a:srgbClr val="0000FF"/>
                </a:solidFill>
              </a:rPr>
              <a:t>(s1 == s2);  </a:t>
            </a:r>
            <a:r>
              <a:rPr lang="en-US" sz="2100" dirty="0"/>
              <a:t>   }</a:t>
            </a:r>
            <a:endParaRPr sz="2100" dirty="0"/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100" dirty="0"/>
              <a:t>} // ALL pirnt true</a:t>
            </a:r>
            <a:endParaRPr lang="en-US" sz="2100" dirty="0"/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100" dirty="0"/>
              <a:t>string pool and method area</a:t>
            </a:r>
            <a:endParaRPr sz="2100" dirty="0"/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None/>
            </a:pPr>
            <a:endParaRPr sz="2100" dirty="0"/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</a:pPr>
            <a:endParaRPr sz="2100" dirty="0"/>
          </a:p>
        </p:txBody>
      </p:sp>
      <p:sp>
        <p:nvSpPr>
          <p:cNvPr id="760" name="Google Shape;760;g2d92890528a_0_17"/>
          <p:cNvSpPr txBox="1"/>
          <p:nvPr/>
        </p:nvSpPr>
        <p:spPr>
          <a:xfrm>
            <a:off x="533400" y="3048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 panose="020F0502020204030204"/>
              <a:buNone/>
            </a:pPr>
            <a:r>
              <a:rPr lang="en-US" sz="3200" b="1" cap="small">
                <a:solidFill>
                  <a:srgbClr val="C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String Class Overrides equal Method: Output?</a:t>
            </a:r>
            <a:endParaRPr lang="en-US" sz="3200" b="1" cap="small">
              <a:solidFill>
                <a:srgbClr val="C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61" name="Google Shape;761;g2d92890528a_0_17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A59B98"/>
                </a:solidFill>
              </a:rPr>
            </a:fld>
            <a:endParaRPr>
              <a:solidFill>
                <a:srgbClr val="A59B98"/>
              </a:solidFill>
            </a:endParaRPr>
          </a:p>
        </p:txBody>
      </p:sp>
      <p:sp>
        <p:nvSpPr>
          <p:cNvPr id="762" name="Google Shape;762;g2d92890528a_0_17"/>
          <p:cNvSpPr txBox="1"/>
          <p:nvPr/>
        </p:nvSpPr>
        <p:spPr>
          <a:xfrm>
            <a:off x="533400" y="1430025"/>
            <a:ext cx="3232500" cy="2524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lt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class Circle {</a:t>
            </a:r>
            <a:endParaRPr sz="2200">
              <a:solidFill>
                <a:schemeClr val="lt2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lt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   int radius;</a:t>
            </a:r>
            <a:endParaRPr sz="2200">
              <a:solidFill>
                <a:schemeClr val="lt2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lt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   Circle(int radius) {</a:t>
            </a:r>
            <a:endParaRPr sz="2200">
              <a:solidFill>
                <a:schemeClr val="lt2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lt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       this.radius = radius;</a:t>
            </a:r>
            <a:endParaRPr sz="2200">
              <a:solidFill>
                <a:schemeClr val="lt2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lt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   }</a:t>
            </a:r>
            <a:endParaRPr sz="2200">
              <a:solidFill>
                <a:schemeClr val="lt2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lt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}</a:t>
            </a:r>
            <a:endParaRPr sz="12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24"/>
          <p:cNvSpPr txBox="1">
            <a:spLocks noGrp="1"/>
          </p:cNvSpPr>
          <p:nvPr>
            <p:ph type="body" idx="1"/>
          </p:nvPr>
        </p:nvSpPr>
        <p:spPr>
          <a:xfrm>
            <a:off x="685800" y="1295400"/>
            <a:ext cx="7848600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»"/>
            </a:pPr>
            <a:r>
              <a:rPr lang="en-US" sz="2400"/>
              <a:t>After the assignment statement </a:t>
            </a:r>
            <a:endParaRPr sz="2400"/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200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c1 </a:t>
            </a:r>
            <a:r>
              <a:rPr lang="en-US" sz="2000" b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=</a:t>
            </a:r>
            <a:r>
              <a:rPr lang="en-US" sz="200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c2</a:t>
            </a:r>
            <a:endParaRPr lang="en-US" sz="2000">
              <a:solidFill>
                <a:srgbClr val="000000"/>
              </a:solidFill>
              <a:highlight>
                <a:srgbClr val="FFFFFF"/>
              </a:highlight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rgbClr val="0000FF"/>
              </a:buClr>
              <a:buSzPts val="2400"/>
              <a:buChar char="»"/>
            </a:pPr>
            <a:r>
              <a:rPr lang="en-US" sz="2400" b="1">
                <a:solidFill>
                  <a:srgbClr val="0000FF"/>
                </a:solidFill>
              </a:rPr>
              <a:t>c1 points to the same object referenced by c2. </a:t>
            </a:r>
            <a:endParaRPr sz="2400" b="1">
              <a:solidFill>
                <a:srgbClr val="0000FF"/>
              </a:solidFill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Char char="»"/>
            </a:pPr>
            <a:r>
              <a:rPr lang="en-US" sz="2400"/>
              <a:t>The object previously referenced by c1 is no longer referenced. </a:t>
            </a:r>
            <a:endParaRPr sz="240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Char char="»"/>
            </a:pPr>
            <a:r>
              <a:rPr lang="en-US" sz="2400"/>
              <a:t>This object is known as </a:t>
            </a:r>
            <a:r>
              <a:rPr lang="en-US" sz="2400" b="1">
                <a:solidFill>
                  <a:srgbClr val="0000FF"/>
                </a:solidFill>
              </a:rPr>
              <a:t>garbage. </a:t>
            </a:r>
            <a:endParaRPr sz="2400" b="1">
              <a:solidFill>
                <a:srgbClr val="0000FF"/>
              </a:solidFill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Char char="»"/>
            </a:pPr>
            <a:r>
              <a:rPr lang="en-US" sz="2400"/>
              <a:t>Garbage is automatically collected by JVM. </a:t>
            </a:r>
            <a:endParaRPr lang="en-US" sz="2400"/>
          </a:p>
        </p:txBody>
      </p:sp>
      <p:sp>
        <p:nvSpPr>
          <p:cNvPr id="768" name="Google Shape;768;p24"/>
          <p:cNvSpPr txBox="1"/>
          <p:nvPr/>
        </p:nvSpPr>
        <p:spPr>
          <a:xfrm>
            <a:off x="533400" y="3048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 panose="020F0502020204030204"/>
              <a:buNone/>
            </a:pPr>
            <a:r>
              <a:rPr lang="en-US" sz="3200" b="1" cap="small">
                <a:solidFill>
                  <a:srgbClr val="C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Garbage Collection</a:t>
            </a:r>
            <a:endParaRPr lang="en-US" sz="3200" b="1" cap="small">
              <a:solidFill>
                <a:srgbClr val="C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69" name="Google Shape;769;p24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A59B98"/>
                </a:solidFill>
              </a:rPr>
            </a:fld>
            <a:endParaRPr>
              <a:solidFill>
                <a:srgbClr val="A59B98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p25"/>
          <p:cNvSpPr txBox="1">
            <a:spLocks noGrp="1"/>
          </p:cNvSpPr>
          <p:nvPr>
            <p:ph type="body" idx="1"/>
          </p:nvPr>
        </p:nvSpPr>
        <p:spPr>
          <a:xfrm>
            <a:off x="685800" y="1295400"/>
            <a:ext cx="7848600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»"/>
            </a:pPr>
            <a:r>
              <a:rPr lang="en-US" sz="2400"/>
              <a:t>If you know that an object is no longer needed, you can explicitly assign null to a reference variable for the object. </a:t>
            </a:r>
            <a:endParaRPr sz="2400"/>
          </a:p>
          <a:p>
            <a:pPr marL="342900" lvl="0" indent="-342900" algn="l" rtl="0">
              <a:lnSpc>
                <a:spcPct val="2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Char char="»"/>
            </a:pPr>
            <a:r>
              <a:rPr lang="en-US" sz="2400"/>
              <a:t>The JVM will automatically collect the space if the object is not referenced by any variable. </a:t>
            </a:r>
            <a:endParaRPr lang="en-US" sz="2400"/>
          </a:p>
        </p:txBody>
      </p:sp>
      <p:sp>
        <p:nvSpPr>
          <p:cNvPr id="775" name="Google Shape;775;p25"/>
          <p:cNvSpPr txBox="1"/>
          <p:nvPr/>
        </p:nvSpPr>
        <p:spPr>
          <a:xfrm>
            <a:off x="533400" y="3048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 panose="020F0502020204030204"/>
              <a:buNone/>
            </a:pPr>
            <a:r>
              <a:rPr lang="en-US" sz="3200" b="1" cap="small">
                <a:solidFill>
                  <a:srgbClr val="C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Garbage Collection, cont.</a:t>
            </a:r>
            <a:endParaRPr sz="3200" b="1" cap="small">
              <a:solidFill>
                <a:srgbClr val="C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76" name="Google Shape;776;p25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A59B98"/>
                </a:solidFill>
              </a:rPr>
            </a:fld>
            <a:endParaRPr>
              <a:solidFill>
                <a:srgbClr val="A59B98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26"/>
          <p:cNvSpPr/>
          <p:nvPr/>
        </p:nvSpPr>
        <p:spPr>
          <a:xfrm>
            <a:off x="685800" y="1295280"/>
            <a:ext cx="7848000" cy="4494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342900" marR="0" lvl="0" indent="-34226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75D59"/>
              </a:buClr>
              <a:buSzPts val="2400"/>
              <a:buFont typeface="Arial" panose="020B0604020202020204"/>
              <a:buChar char="»"/>
            </a:pPr>
            <a:r>
              <a:rPr lang="en-US" sz="2400" dirty="0">
                <a:solidFill>
                  <a:schemeClr val="dk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Each class declaration that begins with keyword public must be stored in a file that has the same name as the class and ends with the .java filename extension. </a:t>
            </a:r>
            <a:endParaRPr dirty="0"/>
          </a:p>
          <a:p>
            <a:pPr marL="342900" marR="0" lvl="0" indent="-34226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Char char="»"/>
            </a:pPr>
            <a:r>
              <a:rPr lang="en-US" sz="2400" b="1" dirty="0">
                <a:solidFill>
                  <a:srgbClr val="0000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Declaring more than one public class in the same file is a compilation error.</a:t>
            </a:r>
            <a:endParaRPr b="1" dirty="0">
              <a:solidFill>
                <a:srgbClr val="0000FF"/>
              </a:solidFill>
            </a:endParaRPr>
          </a:p>
        </p:txBody>
      </p:sp>
      <p:sp>
        <p:nvSpPr>
          <p:cNvPr id="782" name="Google Shape;782;p26"/>
          <p:cNvSpPr/>
          <p:nvPr/>
        </p:nvSpPr>
        <p:spPr>
          <a:xfrm>
            <a:off x="533520" y="304920"/>
            <a:ext cx="8152560" cy="9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strike="noStrike" cap="small">
                <a:solidFill>
                  <a:srgbClr val="C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Note</a:t>
            </a:r>
            <a:endParaRPr sz="1800" b="0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83" name="Google Shape;783;p26"/>
          <p:cNvSpPr/>
          <p:nvPr/>
        </p:nvSpPr>
        <p:spPr>
          <a:xfrm>
            <a:off x="8686800" y="5740560"/>
            <a:ext cx="38016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strike="noStrike">
                <a:solidFill>
                  <a:srgbClr val="A79D9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800" b="0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27"/>
          <p:cNvSpPr txBox="1">
            <a:spLocks noGrp="1"/>
          </p:cNvSpPr>
          <p:nvPr>
            <p:ph type="body" idx="1"/>
          </p:nvPr>
        </p:nvSpPr>
        <p:spPr>
          <a:xfrm>
            <a:off x="685800" y="1295400"/>
            <a:ext cx="7848600" cy="5230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265" algn="l" rtl="0">
              <a:spcBef>
                <a:spcPts val="0"/>
              </a:spcBef>
              <a:spcAft>
                <a:spcPts val="0"/>
              </a:spcAft>
              <a:buClr>
                <a:srgbClr val="675D59"/>
              </a:buClr>
              <a:buSzPts val="2400"/>
              <a:buFont typeface="Arial" panose="020B0604020202020204"/>
              <a:buChar char="»"/>
            </a:pPr>
            <a:r>
              <a:rPr lang="en-US" sz="2400"/>
              <a:t>Java provides a system-independent encapsulation of date and time in the </a:t>
            </a:r>
            <a:r>
              <a:rPr lang="en-US" sz="2400">
                <a:solidFill>
                  <a:srgbClr val="0070C0"/>
                </a:solidFill>
              </a:rPr>
              <a:t>java.util.Date</a:t>
            </a:r>
            <a:r>
              <a:rPr lang="en-US" sz="2400"/>
              <a:t> class. </a:t>
            </a:r>
            <a:endParaRPr lang="en-US" sz="2400"/>
          </a:p>
          <a:p>
            <a:pPr marL="342900" lvl="0" indent="-342265" algn="l" rtl="0">
              <a:spcBef>
                <a:spcPts val="480"/>
              </a:spcBef>
              <a:spcAft>
                <a:spcPts val="0"/>
              </a:spcAft>
              <a:buClr>
                <a:srgbClr val="675D59"/>
              </a:buClr>
              <a:buSzPts val="2400"/>
              <a:buFont typeface="Arial" panose="020B0604020202020204"/>
              <a:buChar char="»"/>
            </a:pPr>
            <a:r>
              <a:rPr lang="en-US" sz="2400"/>
              <a:t>Used to create an instance for the current date and time.</a:t>
            </a:r>
            <a:endParaRPr lang="en-US" sz="2400"/>
          </a:p>
          <a:p>
            <a:pPr marL="342900" lvl="0" indent="-342265" algn="l" rtl="0">
              <a:spcBef>
                <a:spcPts val="480"/>
              </a:spcBef>
              <a:spcAft>
                <a:spcPts val="0"/>
              </a:spcAft>
              <a:buClr>
                <a:srgbClr val="675D59"/>
              </a:buClr>
              <a:buSzPts val="2400"/>
              <a:buFont typeface="Arial" panose="020B0604020202020204"/>
              <a:buChar char="»"/>
            </a:pPr>
            <a:r>
              <a:rPr lang="en-US" sz="2400"/>
              <a:t>Use </a:t>
            </a:r>
            <a:r>
              <a:rPr lang="en-US" sz="2400">
                <a:solidFill>
                  <a:srgbClr val="0070C0"/>
                </a:solidFill>
              </a:rPr>
              <a:t>toString </a:t>
            </a:r>
            <a:r>
              <a:rPr lang="en-US" sz="2400"/>
              <a:t>method</a:t>
            </a:r>
            <a:r>
              <a:rPr lang="en-US" sz="2400">
                <a:solidFill>
                  <a:srgbClr val="0070C0"/>
                </a:solidFill>
              </a:rPr>
              <a:t> implicitly</a:t>
            </a:r>
            <a:r>
              <a:rPr lang="en-US" sz="2400"/>
              <a:t> to return the date and time as a string.</a:t>
            </a:r>
            <a:endParaRPr lang="en-US" sz="2400"/>
          </a:p>
        </p:txBody>
      </p:sp>
      <p:sp>
        <p:nvSpPr>
          <p:cNvPr id="789" name="Google Shape;789;p27"/>
          <p:cNvSpPr txBox="1"/>
          <p:nvPr/>
        </p:nvSpPr>
        <p:spPr>
          <a:xfrm>
            <a:off x="533400" y="3048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 panose="020F0502020204030204"/>
              <a:buNone/>
            </a:pPr>
            <a:r>
              <a:rPr lang="en-US" sz="3200" b="1" cap="small">
                <a:solidFill>
                  <a:srgbClr val="C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Date Class</a:t>
            </a:r>
            <a:endParaRPr lang="en-US" sz="3200" b="1" cap="small">
              <a:solidFill>
                <a:srgbClr val="C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90" name="Google Shape;790;p27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28"/>
          <p:cNvSpPr txBox="1">
            <a:spLocks noGrp="1"/>
          </p:cNvSpPr>
          <p:nvPr>
            <p:ph type="body" idx="1"/>
          </p:nvPr>
        </p:nvSpPr>
        <p:spPr>
          <a:xfrm>
            <a:off x="685800" y="3054350"/>
            <a:ext cx="7848600" cy="34715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265" algn="l" rtl="0">
              <a:spcBef>
                <a:spcPts val="0"/>
              </a:spcBef>
              <a:spcAft>
                <a:spcPts val="0"/>
              </a:spcAft>
              <a:buClr>
                <a:srgbClr val="675D59"/>
              </a:buClr>
              <a:buSzPts val="2400"/>
              <a:buFont typeface="Arial" panose="020B0604020202020204"/>
              <a:buChar char="»"/>
            </a:pPr>
            <a:r>
              <a:rPr lang="en-US" sz="2400"/>
              <a:t>Constructs a Date object for the current time.</a:t>
            </a:r>
            <a:endParaRPr lang="en-US" sz="2400"/>
          </a:p>
          <a:p>
            <a:pPr marL="342900" lvl="0" indent="-342265" algn="l" rtl="0">
              <a:spcBef>
                <a:spcPts val="480"/>
              </a:spcBef>
              <a:spcAft>
                <a:spcPts val="0"/>
              </a:spcAft>
              <a:buClr>
                <a:srgbClr val="675D59"/>
              </a:buClr>
              <a:buSzPts val="2400"/>
              <a:buFont typeface="Arial" panose="020B0604020202020204"/>
              <a:buChar char="»"/>
            </a:pPr>
            <a:r>
              <a:rPr lang="en-US" sz="2400"/>
              <a:t>Constructs a Date object for a given time in milliseconds elapsed since </a:t>
            </a:r>
            <a:r>
              <a:rPr lang="en-US" sz="2400">
                <a:solidFill>
                  <a:srgbClr val="0070C0"/>
                </a:solidFill>
              </a:rPr>
              <a:t>January 1, 1970, GMT</a:t>
            </a:r>
            <a:r>
              <a:rPr lang="en-US" sz="2400"/>
              <a:t>.</a:t>
            </a:r>
            <a:endParaRPr lang="en-US" sz="2400"/>
          </a:p>
          <a:p>
            <a:pPr marL="342900" lvl="0" indent="-342265" algn="l" rtl="0">
              <a:spcBef>
                <a:spcPts val="48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Arial" panose="020B0604020202020204"/>
              <a:buChar char="»"/>
            </a:pPr>
            <a:r>
              <a:rPr lang="en-US" sz="2400">
                <a:solidFill>
                  <a:srgbClr val="0000FF"/>
                </a:solidFill>
              </a:rPr>
              <a:t>Returns a string representing the date and time.</a:t>
            </a:r>
            <a:endParaRPr>
              <a:solidFill>
                <a:srgbClr val="0000FF"/>
              </a:solidFill>
            </a:endParaRPr>
          </a:p>
          <a:p>
            <a:pPr marL="342900" lvl="0" indent="-342265" algn="l" rtl="0">
              <a:spcBef>
                <a:spcPts val="480"/>
              </a:spcBef>
              <a:spcAft>
                <a:spcPts val="0"/>
              </a:spcAft>
              <a:buClr>
                <a:srgbClr val="675D59"/>
              </a:buClr>
              <a:buSzPts val="2400"/>
              <a:buFont typeface="Arial" panose="020B0604020202020204"/>
              <a:buChar char="»"/>
            </a:pPr>
            <a:r>
              <a:rPr lang="en-US" sz="2400"/>
              <a:t>Returns the number of milliseconds since January 1, 1970, GMT.</a:t>
            </a:r>
            <a:endParaRPr lang="en-US" sz="2400"/>
          </a:p>
          <a:p>
            <a:pPr marL="342900" lvl="0" indent="-342265" algn="l" rtl="0">
              <a:spcBef>
                <a:spcPts val="480"/>
              </a:spcBef>
              <a:spcAft>
                <a:spcPts val="0"/>
              </a:spcAft>
              <a:buClr>
                <a:srgbClr val="675D59"/>
              </a:buClr>
              <a:buSzPts val="2400"/>
              <a:buFont typeface="Arial" panose="020B0604020202020204"/>
              <a:buChar char="»"/>
            </a:pPr>
            <a:r>
              <a:rPr lang="en-US" sz="2400"/>
              <a:t>Sets a new elapse time in the object.</a:t>
            </a:r>
            <a:endParaRPr lang="en-US" sz="2400"/>
          </a:p>
        </p:txBody>
      </p:sp>
      <p:sp>
        <p:nvSpPr>
          <p:cNvPr id="796" name="Google Shape;796;p28"/>
          <p:cNvSpPr txBox="1"/>
          <p:nvPr/>
        </p:nvSpPr>
        <p:spPr>
          <a:xfrm>
            <a:off x="533400" y="3048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 panose="020F0502020204030204"/>
              <a:buNone/>
            </a:pPr>
            <a:r>
              <a:rPr lang="en-US" sz="3200" b="1" cap="small">
                <a:solidFill>
                  <a:srgbClr val="C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Date Class, Cont.</a:t>
            </a:r>
            <a:endParaRPr sz="3200" b="1" cap="small">
              <a:solidFill>
                <a:srgbClr val="C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97" name="Google Shape;797;p28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pic>
        <p:nvPicPr>
          <p:cNvPr id="798" name="Google Shape;798;p28" descr="C:\Users\Its\Downloads\t1 (8)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2657475" y="1384300"/>
            <a:ext cx="3067050" cy="1581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29"/>
          <p:cNvSpPr txBox="1">
            <a:spLocks noGrp="1"/>
          </p:cNvSpPr>
          <p:nvPr>
            <p:ph type="body" idx="1"/>
          </p:nvPr>
        </p:nvSpPr>
        <p:spPr>
          <a:xfrm>
            <a:off x="685800" y="1295400"/>
            <a:ext cx="7848600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»"/>
            </a:pPr>
            <a:r>
              <a:rPr lang="en-US" sz="2400" dirty="0"/>
              <a:t>Example</a:t>
            </a:r>
            <a:endParaRPr dirty="0"/>
          </a:p>
          <a:p>
            <a:pPr marL="0" lvl="0" indent="0" algn="l" rtl="0">
              <a:lnSpc>
                <a:spcPct val="2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java</a:t>
            </a:r>
            <a:r>
              <a:rPr lang="en-US" sz="1800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.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util</a:t>
            </a:r>
            <a:r>
              <a:rPr lang="en-US" sz="1800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.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Date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date 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=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</a:t>
            </a:r>
            <a:r>
              <a:rPr lang="en-US" sz="18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new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java</a:t>
            </a:r>
            <a:r>
              <a:rPr lang="en-US" sz="1800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.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util</a:t>
            </a:r>
            <a:r>
              <a:rPr lang="en-US" sz="1800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.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Date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();</a:t>
            </a:r>
            <a:endParaRPr sz="18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lvl="0" indent="0" algn="l" rtl="0">
              <a:lnSpc>
                <a:spcPct val="2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System</a:t>
            </a:r>
            <a:r>
              <a:rPr lang="en-US" sz="1800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.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out</a:t>
            </a:r>
            <a:r>
              <a:rPr lang="en-US" sz="1800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.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println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(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date</a:t>
            </a:r>
            <a:r>
              <a:rPr lang="en-US" sz="1800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.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toString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()); // same</a:t>
            </a:r>
            <a:endParaRPr sz="1800" b="1" dirty="0">
              <a:solidFill>
                <a:srgbClr val="000080"/>
              </a:solidFill>
              <a:highlight>
                <a:srgbClr val="FFFFFF"/>
              </a:highlight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lvl="0" indent="0" algn="l" rtl="0">
              <a:lnSpc>
                <a:spcPct val="2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800" dirty="0" err="1">
                <a:solidFill>
                  <a:srgbClr val="000000"/>
                </a:solidFill>
                <a:highlight>
                  <a:schemeClr val="lt1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System</a:t>
            </a:r>
            <a:r>
              <a:rPr lang="en-US" sz="1800" b="1" dirty="0" err="1">
                <a:solidFill>
                  <a:srgbClr val="000080"/>
                </a:solidFill>
                <a:highlight>
                  <a:schemeClr val="lt1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.</a:t>
            </a:r>
            <a:r>
              <a:rPr lang="en-US" sz="1800" dirty="0" err="1">
                <a:solidFill>
                  <a:srgbClr val="000000"/>
                </a:solidFill>
                <a:highlight>
                  <a:schemeClr val="lt1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out</a:t>
            </a:r>
            <a:r>
              <a:rPr lang="en-US" sz="1800" b="1" dirty="0" err="1">
                <a:solidFill>
                  <a:srgbClr val="000080"/>
                </a:solidFill>
                <a:highlight>
                  <a:schemeClr val="lt1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.</a:t>
            </a:r>
            <a:r>
              <a:rPr lang="en-US" sz="1800" dirty="0" err="1">
                <a:solidFill>
                  <a:srgbClr val="000000"/>
                </a:solidFill>
                <a:highlight>
                  <a:schemeClr val="lt1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println</a:t>
            </a:r>
            <a:r>
              <a:rPr lang="en-US" sz="1800" b="1" dirty="0">
                <a:solidFill>
                  <a:srgbClr val="000080"/>
                </a:solidFill>
                <a:highlight>
                  <a:schemeClr val="lt1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(</a:t>
            </a:r>
            <a:r>
              <a:rPr lang="en-US" sz="1800" dirty="0">
                <a:solidFill>
                  <a:srgbClr val="000000"/>
                </a:solidFill>
                <a:highlight>
                  <a:schemeClr val="lt1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date</a:t>
            </a:r>
            <a:r>
              <a:rPr lang="en-US" sz="1800" b="1" dirty="0">
                <a:solidFill>
                  <a:srgbClr val="000080"/>
                </a:solidFill>
                <a:highlight>
                  <a:schemeClr val="lt1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); // same</a:t>
            </a:r>
            <a:endParaRPr sz="1800" b="1" dirty="0">
              <a:solidFill>
                <a:srgbClr val="000080"/>
              </a:solidFill>
              <a:highlight>
                <a:srgbClr val="FFFFFF"/>
              </a:highlight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342900" lvl="0" indent="-342900" algn="l" rtl="0">
              <a:lnSpc>
                <a:spcPct val="2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Char char="»"/>
            </a:pPr>
            <a:r>
              <a:rPr lang="en-US" sz="2400" dirty="0"/>
              <a:t>displays a string like Mon Feb 27 11:15:30 PKT 2017</a:t>
            </a:r>
            <a:endParaRPr sz="2400" dirty="0"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dirty="0">
              <a:solidFill>
                <a:srgbClr val="000000"/>
              </a:solidFill>
              <a:highlight>
                <a:schemeClr val="lt1"/>
              </a:highlight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</p:txBody>
      </p:sp>
      <p:sp>
        <p:nvSpPr>
          <p:cNvPr id="804" name="Google Shape;804;p29"/>
          <p:cNvSpPr txBox="1"/>
          <p:nvPr/>
        </p:nvSpPr>
        <p:spPr>
          <a:xfrm>
            <a:off x="533400" y="3048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 panose="020F0502020204030204"/>
              <a:buNone/>
            </a:pPr>
            <a:r>
              <a:rPr lang="en-US" sz="3200" b="1" cap="small">
                <a:solidFill>
                  <a:srgbClr val="C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Date Class Example</a:t>
            </a:r>
            <a:endParaRPr lang="en-US" sz="3200" b="1" cap="small">
              <a:solidFill>
                <a:srgbClr val="C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05" name="Google Shape;805;p29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30"/>
          <p:cNvSpPr txBox="1">
            <a:spLocks noGrp="1"/>
          </p:cNvSpPr>
          <p:nvPr>
            <p:ph type="body" idx="1"/>
          </p:nvPr>
        </p:nvSpPr>
        <p:spPr>
          <a:xfrm>
            <a:off x="685800" y="1295400"/>
            <a:ext cx="7848600" cy="5230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»"/>
            </a:pPr>
            <a:r>
              <a:rPr lang="en-US" sz="2400"/>
              <a:t>You have used Math.random() to obtain a random double value between 0.0 and 1.0 (excluding 1.0). </a:t>
            </a:r>
            <a:endParaRPr sz="2400"/>
          </a:p>
          <a:p>
            <a:pPr marL="342900" lvl="0" indent="-342900" algn="l" rtl="0">
              <a:lnSpc>
                <a:spcPct val="2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Char char="»"/>
            </a:pPr>
            <a:r>
              <a:rPr lang="en-US" sz="2400"/>
              <a:t>A more useful random number generator is provided in the java.util.Random class.</a:t>
            </a:r>
            <a:endParaRPr lang="en-US" sz="2400"/>
          </a:p>
          <a:p>
            <a:pPr marL="342900" lvl="0" indent="-342900" algn="l" rtl="0">
              <a:lnSpc>
                <a:spcPct val="2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Char char="»"/>
            </a:pPr>
            <a:r>
              <a:rPr lang="en-US" sz="2400"/>
              <a:t>We have seen both of them earlier!</a:t>
            </a:r>
            <a:endParaRPr sz="2400"/>
          </a:p>
        </p:txBody>
      </p:sp>
      <p:sp>
        <p:nvSpPr>
          <p:cNvPr id="811" name="Google Shape;811;p30"/>
          <p:cNvSpPr txBox="1"/>
          <p:nvPr/>
        </p:nvSpPr>
        <p:spPr>
          <a:xfrm>
            <a:off x="533400" y="3048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 panose="020F0502020204030204"/>
              <a:buNone/>
            </a:pPr>
            <a:r>
              <a:rPr lang="en-US" sz="3200" b="1" cap="small">
                <a:solidFill>
                  <a:srgbClr val="C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Random Class</a:t>
            </a:r>
            <a:endParaRPr lang="en-US" sz="3200" b="1" cap="small">
              <a:solidFill>
                <a:srgbClr val="C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12" name="Google Shape;812;p30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31"/>
          <p:cNvSpPr txBox="1">
            <a:spLocks noGrp="1"/>
          </p:cNvSpPr>
          <p:nvPr>
            <p:ph type="body" idx="1"/>
          </p:nvPr>
        </p:nvSpPr>
        <p:spPr>
          <a:xfrm>
            <a:off x="685800" y="3517900"/>
            <a:ext cx="7848600" cy="3008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14350" lvl="0" indent="-5143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 panose="020F0502020204030204"/>
              <a:buAutoNum type="arabicPeriod"/>
            </a:pPr>
            <a:r>
              <a:rPr lang="en-US" sz="2000"/>
              <a:t>Constructs a Random object with the current time as its seed.</a:t>
            </a:r>
            <a:endParaRPr lang="en-US" sz="2000"/>
          </a:p>
          <a:p>
            <a:pPr marL="514350" lvl="0" indent="-514350" algn="l" rtl="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 panose="020F0502020204030204"/>
              <a:buAutoNum type="arabicPeriod"/>
            </a:pPr>
            <a:r>
              <a:rPr lang="en-US" sz="2000"/>
              <a:t>Constructs a Random object with a specified seed.</a:t>
            </a:r>
            <a:endParaRPr lang="en-US" sz="2000"/>
          </a:p>
          <a:p>
            <a:pPr marL="514350" lvl="0" indent="-514350" algn="l" rtl="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 panose="020F0502020204030204"/>
              <a:buAutoNum type="arabicPeriod"/>
            </a:pPr>
            <a:r>
              <a:rPr lang="en-US" sz="2000"/>
              <a:t>Returns a random int value.</a:t>
            </a:r>
            <a:endParaRPr lang="en-US" sz="2000"/>
          </a:p>
          <a:p>
            <a:pPr marL="514350" lvl="0" indent="-514350" algn="l" rtl="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 panose="020F0502020204030204"/>
              <a:buAutoNum type="arabicPeriod"/>
            </a:pPr>
            <a:r>
              <a:rPr lang="en-US" sz="2000"/>
              <a:t>Returns a random int value between 0 and n (exclusive).</a:t>
            </a:r>
            <a:endParaRPr lang="en-US" sz="2000"/>
          </a:p>
          <a:p>
            <a:pPr marL="514350" lvl="0" indent="-514350" algn="l" rtl="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 panose="020F0502020204030204"/>
              <a:buAutoNum type="arabicPeriod"/>
            </a:pPr>
            <a:r>
              <a:rPr lang="en-US" sz="2000"/>
              <a:t>Returns a random long value.</a:t>
            </a:r>
            <a:endParaRPr lang="en-US" sz="2000"/>
          </a:p>
          <a:p>
            <a:pPr marL="514350" lvl="0" indent="-514350" algn="l" rtl="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 panose="020F0502020204030204"/>
              <a:buAutoNum type="arabicPeriod"/>
            </a:pPr>
            <a:r>
              <a:rPr lang="en-US" sz="2000"/>
              <a:t>Returns a random double value between 0.0 and 1.0 (exclusive).</a:t>
            </a:r>
            <a:endParaRPr lang="en-US" sz="2000"/>
          </a:p>
          <a:p>
            <a:pPr marL="514350" lvl="0" indent="-514350" algn="l" rtl="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 panose="020F0502020204030204"/>
              <a:buAutoNum type="arabicPeriod"/>
            </a:pPr>
            <a:r>
              <a:rPr lang="en-US" sz="2000"/>
              <a:t>Returns a random float value between 0.0F and 1.0F (exclusive).</a:t>
            </a:r>
            <a:endParaRPr lang="en-US" sz="2000"/>
          </a:p>
          <a:p>
            <a:pPr marL="514350" lvl="0" indent="-514350" algn="l" rtl="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 panose="020F0502020204030204"/>
              <a:buAutoNum type="arabicPeriod"/>
            </a:pPr>
            <a:r>
              <a:rPr lang="en-US" sz="2000"/>
              <a:t>Returns a random boolean value. </a:t>
            </a:r>
            <a:endParaRPr lang="en-US" sz="2000"/>
          </a:p>
        </p:txBody>
      </p:sp>
      <p:sp>
        <p:nvSpPr>
          <p:cNvPr id="818" name="Google Shape;818;p31"/>
          <p:cNvSpPr txBox="1"/>
          <p:nvPr/>
        </p:nvSpPr>
        <p:spPr>
          <a:xfrm>
            <a:off x="533400" y="3048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 panose="020F0502020204030204"/>
              <a:buNone/>
            </a:pPr>
            <a:r>
              <a:rPr lang="en-US" sz="3200" b="1" cap="small">
                <a:solidFill>
                  <a:srgbClr val="C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Random Class</a:t>
            </a:r>
            <a:endParaRPr lang="en-US" sz="3200" b="1" cap="small">
              <a:solidFill>
                <a:srgbClr val="C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19" name="Google Shape;819;p31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pic>
        <p:nvPicPr>
          <p:cNvPr id="820" name="Google Shape;820;p31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3500437" y="1182688"/>
            <a:ext cx="2219325" cy="221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p32"/>
          <p:cNvSpPr txBox="1">
            <a:spLocks noGrp="1"/>
          </p:cNvSpPr>
          <p:nvPr>
            <p:ph type="body" idx="1"/>
          </p:nvPr>
        </p:nvSpPr>
        <p:spPr>
          <a:xfrm>
            <a:off x="685800" y="1295400"/>
            <a:ext cx="7848600" cy="53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Char char="»"/>
            </a:pPr>
            <a:r>
              <a:rPr lang="en-US" sz="3400" dirty="0"/>
              <a:t>If two Random objects have the same seed, they will generate identical sequences of numbers. </a:t>
            </a:r>
            <a:endParaRPr sz="3400" dirty="0"/>
          </a:p>
          <a:p>
            <a:pPr marL="342900" lvl="0" indent="-342900" algn="l" rtl="0">
              <a:spcBef>
                <a:spcPts val="475"/>
              </a:spcBef>
              <a:spcAft>
                <a:spcPts val="0"/>
              </a:spcAft>
              <a:buClr>
                <a:schemeClr val="dk2"/>
              </a:buClr>
              <a:buSzPct val="100000"/>
              <a:buChar char="»"/>
            </a:pPr>
            <a:r>
              <a:rPr lang="en-US" sz="3400" dirty="0"/>
              <a:t>For example, the following code creates two Random objects with the same seed 3.</a:t>
            </a:r>
            <a:endParaRPr dirty="0"/>
          </a:p>
          <a:p>
            <a:pPr marL="342900" lvl="0" indent="-218440" algn="l" rtl="0">
              <a:spcBef>
                <a:spcPts val="390"/>
              </a:spcBef>
              <a:spcAft>
                <a:spcPts val="0"/>
              </a:spcAft>
              <a:buClr>
                <a:schemeClr val="dk2"/>
              </a:buClr>
              <a:buSzPct val="100000"/>
              <a:buNone/>
            </a:pPr>
            <a:endParaRPr dirty="0"/>
          </a:p>
          <a:p>
            <a:pPr marL="514350" lvl="0" indent="-514350" algn="l" rtl="0">
              <a:spcBef>
                <a:spcPts val="365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/>
              <a:buAutoNum type="arabicPeriod"/>
            </a:pPr>
            <a:r>
              <a:rPr lang="en-US" sz="2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Random random1 </a:t>
            </a:r>
            <a:r>
              <a:rPr lang="en-US" sz="2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=</a:t>
            </a:r>
            <a:r>
              <a:rPr lang="en-US" sz="2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</a:t>
            </a:r>
            <a:r>
              <a:rPr lang="en-US" sz="2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new</a:t>
            </a:r>
            <a:r>
              <a:rPr lang="en-US" sz="2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Random</a:t>
            </a:r>
            <a:r>
              <a:rPr lang="en-US" sz="2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(</a:t>
            </a:r>
            <a:r>
              <a:rPr lang="en-US" sz="26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3</a:t>
            </a:r>
            <a:r>
              <a:rPr lang="en-US" sz="2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);</a:t>
            </a:r>
            <a:endParaRPr sz="2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514350" lvl="0" indent="-514350" algn="l" rtl="0">
              <a:spcBef>
                <a:spcPts val="365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/>
              <a:buAutoNum type="arabicPeriod"/>
            </a:pPr>
            <a:r>
              <a:rPr lang="en-US" sz="2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System</a:t>
            </a:r>
            <a:r>
              <a:rPr lang="en-US" sz="2600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.</a:t>
            </a:r>
            <a:r>
              <a:rPr lang="en-US" sz="2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out</a:t>
            </a:r>
            <a:r>
              <a:rPr lang="en-US" sz="2600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.</a:t>
            </a:r>
            <a:r>
              <a:rPr lang="en-US" sz="2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print</a:t>
            </a:r>
            <a:r>
              <a:rPr lang="en-US" sz="2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(</a:t>
            </a:r>
            <a:r>
              <a:rPr lang="en-US" sz="2600" dirty="0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"From random1: "</a:t>
            </a:r>
            <a:r>
              <a:rPr lang="en-US" sz="2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);</a:t>
            </a:r>
            <a:endParaRPr sz="2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514350" lvl="0" indent="-514350" algn="l" rtl="0">
              <a:spcBef>
                <a:spcPts val="365"/>
              </a:spcBef>
              <a:spcAft>
                <a:spcPts val="0"/>
              </a:spcAft>
              <a:buClr>
                <a:srgbClr val="0000FF"/>
              </a:buClr>
              <a:buSzPct val="100000"/>
              <a:buFont typeface="Calibri" panose="020F0502020204030204"/>
              <a:buAutoNum type="arabicPeriod"/>
            </a:pPr>
            <a:r>
              <a:rPr lang="en-US" sz="2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for</a:t>
            </a:r>
            <a:r>
              <a:rPr lang="en-US" sz="2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</a:t>
            </a:r>
            <a:r>
              <a:rPr lang="en-US" sz="2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(</a:t>
            </a:r>
            <a:r>
              <a:rPr lang="en-US" sz="2600" dirty="0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int</a:t>
            </a:r>
            <a:r>
              <a:rPr lang="en-US" sz="2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</a:t>
            </a:r>
            <a:r>
              <a:rPr lang="en-US" sz="2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i</a:t>
            </a:r>
            <a:r>
              <a:rPr lang="en-US" sz="2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</a:t>
            </a:r>
            <a:r>
              <a:rPr lang="en-US" sz="2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=</a:t>
            </a:r>
            <a:r>
              <a:rPr lang="en-US" sz="2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</a:t>
            </a:r>
            <a:r>
              <a:rPr lang="en-US" sz="26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0</a:t>
            </a:r>
            <a:r>
              <a:rPr lang="en-US" sz="2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;</a:t>
            </a:r>
            <a:r>
              <a:rPr lang="en-US" sz="2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</a:t>
            </a:r>
            <a:r>
              <a:rPr lang="en-US" sz="2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i</a:t>
            </a:r>
            <a:r>
              <a:rPr lang="en-US" sz="2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</a:t>
            </a:r>
            <a:r>
              <a:rPr lang="en-US" sz="2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&lt;</a:t>
            </a:r>
            <a:r>
              <a:rPr lang="en-US" sz="2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</a:t>
            </a:r>
            <a:r>
              <a:rPr lang="en-US" sz="26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10</a:t>
            </a:r>
            <a:r>
              <a:rPr lang="en-US" sz="2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;</a:t>
            </a:r>
            <a:r>
              <a:rPr lang="en-US" sz="2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</a:t>
            </a:r>
            <a:r>
              <a:rPr lang="en-US" sz="2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i</a:t>
            </a:r>
            <a:r>
              <a:rPr lang="en-US" sz="2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++)</a:t>
            </a:r>
            <a:endParaRPr sz="2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514350" lvl="0" indent="-514350" algn="l" rtl="0">
              <a:spcBef>
                <a:spcPts val="365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/>
              <a:buAutoNum type="arabicPeriod"/>
            </a:pPr>
            <a:r>
              <a:rPr lang="en-US" sz="2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 </a:t>
            </a:r>
            <a:r>
              <a:rPr lang="en-US" sz="2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System</a:t>
            </a:r>
            <a:r>
              <a:rPr lang="en-US" sz="2600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.</a:t>
            </a:r>
            <a:r>
              <a:rPr lang="en-US" sz="2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out</a:t>
            </a:r>
            <a:r>
              <a:rPr lang="en-US" sz="2600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.</a:t>
            </a:r>
            <a:r>
              <a:rPr lang="en-US" sz="2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print</a:t>
            </a:r>
            <a:r>
              <a:rPr lang="en-US" sz="2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(</a:t>
            </a:r>
            <a:r>
              <a:rPr lang="en-US" sz="2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random1</a:t>
            </a:r>
            <a:r>
              <a:rPr lang="en-US" sz="2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.</a:t>
            </a:r>
            <a:r>
              <a:rPr lang="en-US" sz="2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nextInt</a:t>
            </a:r>
            <a:r>
              <a:rPr lang="en-US" sz="2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(</a:t>
            </a:r>
            <a:r>
              <a:rPr lang="en-US" sz="26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1000</a:t>
            </a:r>
            <a:r>
              <a:rPr lang="en-US" sz="2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)</a:t>
            </a:r>
            <a:r>
              <a:rPr lang="en-US" sz="2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</a:t>
            </a:r>
            <a:r>
              <a:rPr lang="en-US" sz="2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+</a:t>
            </a:r>
            <a:r>
              <a:rPr lang="en-US" sz="2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</a:t>
            </a:r>
            <a:r>
              <a:rPr lang="en-US" sz="2600" dirty="0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" "</a:t>
            </a:r>
            <a:r>
              <a:rPr lang="en-US" sz="2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);</a:t>
            </a:r>
            <a:endParaRPr dirty="0"/>
          </a:p>
          <a:p>
            <a:pPr marL="514350" lvl="0" indent="-398780" algn="l" rtl="0">
              <a:spcBef>
                <a:spcPts val="365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Calibri" panose="020F0502020204030204"/>
              <a:buNone/>
            </a:pPr>
            <a:endParaRPr sz="2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514350" lvl="0" indent="-514350" algn="l" rtl="0">
              <a:spcBef>
                <a:spcPts val="365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/>
              <a:buAutoNum type="arabicPeriod"/>
            </a:pPr>
            <a:r>
              <a:rPr lang="en-US" sz="2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Random random2 </a:t>
            </a:r>
            <a:r>
              <a:rPr lang="en-US" sz="2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=</a:t>
            </a:r>
            <a:r>
              <a:rPr lang="en-US" sz="2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</a:t>
            </a:r>
            <a:r>
              <a:rPr lang="en-US" sz="2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new</a:t>
            </a:r>
            <a:r>
              <a:rPr lang="en-US" sz="2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Random</a:t>
            </a:r>
            <a:r>
              <a:rPr lang="en-US" sz="2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(</a:t>
            </a:r>
            <a:r>
              <a:rPr lang="en-US" sz="26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3</a:t>
            </a:r>
            <a:r>
              <a:rPr lang="en-US" sz="2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);</a:t>
            </a:r>
            <a:endParaRPr sz="2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514350" lvl="0" indent="-514350" algn="l" rtl="0">
              <a:spcBef>
                <a:spcPts val="365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/>
              <a:buAutoNum type="arabicPeriod"/>
            </a:pPr>
            <a:r>
              <a:rPr lang="en-US" sz="2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System</a:t>
            </a:r>
            <a:r>
              <a:rPr lang="en-US" sz="2600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.</a:t>
            </a:r>
            <a:r>
              <a:rPr lang="en-US" sz="2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out</a:t>
            </a:r>
            <a:r>
              <a:rPr lang="en-US" sz="2600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.</a:t>
            </a:r>
            <a:r>
              <a:rPr lang="en-US" sz="2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print</a:t>
            </a:r>
            <a:r>
              <a:rPr lang="en-US" sz="2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(</a:t>
            </a:r>
            <a:r>
              <a:rPr lang="en-US" sz="2600" dirty="0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"\</a:t>
            </a:r>
            <a:r>
              <a:rPr lang="en-US" sz="2600" dirty="0" err="1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nFrom</a:t>
            </a:r>
            <a:r>
              <a:rPr lang="en-US" sz="2600" dirty="0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random2: "</a:t>
            </a:r>
            <a:r>
              <a:rPr lang="en-US" sz="2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);</a:t>
            </a:r>
            <a:endParaRPr sz="2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514350" lvl="0" indent="-514350" algn="l" rtl="0">
              <a:spcBef>
                <a:spcPts val="365"/>
              </a:spcBef>
              <a:spcAft>
                <a:spcPts val="0"/>
              </a:spcAft>
              <a:buClr>
                <a:srgbClr val="0000FF"/>
              </a:buClr>
              <a:buSzPct val="100000"/>
              <a:buFont typeface="Calibri" panose="020F0502020204030204"/>
              <a:buAutoNum type="arabicPeriod"/>
            </a:pPr>
            <a:r>
              <a:rPr lang="en-US" sz="2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for</a:t>
            </a:r>
            <a:r>
              <a:rPr lang="en-US" sz="2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</a:t>
            </a:r>
            <a:r>
              <a:rPr lang="en-US" sz="2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(</a:t>
            </a:r>
            <a:r>
              <a:rPr lang="en-US" sz="2600" dirty="0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int</a:t>
            </a:r>
            <a:r>
              <a:rPr lang="en-US" sz="2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</a:t>
            </a:r>
            <a:r>
              <a:rPr lang="en-US" sz="2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i</a:t>
            </a:r>
            <a:r>
              <a:rPr lang="en-US" sz="2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</a:t>
            </a:r>
            <a:r>
              <a:rPr lang="en-US" sz="2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=</a:t>
            </a:r>
            <a:r>
              <a:rPr lang="en-US" sz="2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</a:t>
            </a:r>
            <a:r>
              <a:rPr lang="en-US" sz="26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0</a:t>
            </a:r>
            <a:r>
              <a:rPr lang="en-US" sz="2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;</a:t>
            </a:r>
            <a:r>
              <a:rPr lang="en-US" sz="2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</a:t>
            </a:r>
            <a:r>
              <a:rPr lang="en-US" sz="2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i</a:t>
            </a:r>
            <a:r>
              <a:rPr lang="en-US" sz="2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</a:t>
            </a:r>
            <a:r>
              <a:rPr lang="en-US" sz="2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&lt;</a:t>
            </a:r>
            <a:r>
              <a:rPr lang="en-US" sz="2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</a:t>
            </a:r>
            <a:r>
              <a:rPr lang="en-US" sz="26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10</a:t>
            </a:r>
            <a:r>
              <a:rPr lang="en-US" sz="2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;</a:t>
            </a:r>
            <a:r>
              <a:rPr lang="en-US" sz="2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</a:t>
            </a:r>
            <a:r>
              <a:rPr lang="en-US" sz="2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i</a:t>
            </a:r>
            <a:r>
              <a:rPr lang="en-US" sz="2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++)</a:t>
            </a:r>
            <a:endParaRPr sz="2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514350" lvl="0" indent="-514350" algn="l" rtl="0">
              <a:spcBef>
                <a:spcPts val="365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/>
              <a:buAutoNum type="arabicPeriod"/>
            </a:pPr>
            <a:r>
              <a:rPr lang="en-US" sz="2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 </a:t>
            </a:r>
            <a:r>
              <a:rPr lang="en-US" sz="2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System</a:t>
            </a:r>
            <a:r>
              <a:rPr lang="en-US" sz="2600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.</a:t>
            </a:r>
            <a:r>
              <a:rPr lang="en-US" sz="2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out</a:t>
            </a:r>
            <a:r>
              <a:rPr lang="en-US" sz="2600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.</a:t>
            </a:r>
            <a:r>
              <a:rPr lang="en-US" sz="2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print</a:t>
            </a:r>
            <a:r>
              <a:rPr lang="en-US" sz="2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(</a:t>
            </a:r>
            <a:r>
              <a:rPr lang="en-US" sz="2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random2</a:t>
            </a:r>
            <a:r>
              <a:rPr lang="en-US" sz="2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.</a:t>
            </a:r>
            <a:r>
              <a:rPr lang="en-US" sz="2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nextInt</a:t>
            </a:r>
            <a:r>
              <a:rPr lang="en-US" sz="2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(</a:t>
            </a:r>
            <a:r>
              <a:rPr lang="en-US" sz="26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1000</a:t>
            </a:r>
            <a:r>
              <a:rPr lang="en-US" sz="2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)</a:t>
            </a:r>
            <a:r>
              <a:rPr lang="en-US" sz="2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</a:t>
            </a:r>
            <a:r>
              <a:rPr lang="en-US" sz="2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+</a:t>
            </a:r>
            <a:r>
              <a:rPr lang="en-US" sz="2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</a:t>
            </a:r>
            <a:r>
              <a:rPr lang="en-US" sz="2600" dirty="0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" "</a:t>
            </a:r>
            <a:r>
              <a:rPr lang="en-US" sz="2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);</a:t>
            </a:r>
            <a:endParaRPr sz="2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342900" lvl="0" indent="-218440" algn="l" rtl="0">
              <a:spcBef>
                <a:spcPts val="390"/>
              </a:spcBef>
              <a:spcAft>
                <a:spcPts val="0"/>
              </a:spcAft>
              <a:buClr>
                <a:schemeClr val="dk2"/>
              </a:buClr>
              <a:buSzPct val="100000"/>
              <a:buNone/>
            </a:pPr>
            <a:endParaRPr dirty="0"/>
          </a:p>
          <a:p>
            <a:pPr marL="342900" lvl="0" indent="-342900" algn="l" rtl="0">
              <a:spcBef>
                <a:spcPts val="390"/>
              </a:spcBef>
              <a:spcAft>
                <a:spcPts val="0"/>
              </a:spcAft>
              <a:buClr>
                <a:schemeClr val="dk2"/>
              </a:buClr>
              <a:buSzPct val="100000"/>
              <a:buChar char="»"/>
            </a:pPr>
            <a:r>
              <a:rPr lang="en-US" dirty="0"/>
              <a:t>From random1: 734 660 210 581 128 202 549 564 459 961</a:t>
            </a:r>
            <a:endParaRPr dirty="0"/>
          </a:p>
          <a:p>
            <a:pPr marL="342900" lvl="0" indent="-342900" algn="l" rtl="0">
              <a:spcBef>
                <a:spcPts val="390"/>
              </a:spcBef>
              <a:spcAft>
                <a:spcPts val="0"/>
              </a:spcAft>
              <a:buClr>
                <a:schemeClr val="dk2"/>
              </a:buClr>
              <a:buSzPct val="100000"/>
              <a:buChar char="»"/>
            </a:pPr>
            <a:r>
              <a:rPr lang="en-US" dirty="0"/>
              <a:t>From random2: 734 660 210 581 128 202 549 564 459 961</a:t>
            </a:r>
            <a:endParaRPr dirty="0"/>
          </a:p>
        </p:txBody>
      </p:sp>
      <p:sp>
        <p:nvSpPr>
          <p:cNvPr id="826" name="Google Shape;826;p32"/>
          <p:cNvSpPr txBox="1"/>
          <p:nvPr/>
        </p:nvSpPr>
        <p:spPr>
          <a:xfrm>
            <a:off x="533400" y="3048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 panose="020F0502020204030204"/>
              <a:buNone/>
            </a:pPr>
            <a:r>
              <a:rPr lang="en-US" sz="3200" b="1" cap="small">
                <a:solidFill>
                  <a:srgbClr val="C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Random Class Example</a:t>
            </a:r>
            <a:endParaRPr lang="en-US" sz="3200" b="1" cap="small">
              <a:solidFill>
                <a:srgbClr val="C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27" name="Google Shape;827;p32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33"/>
          <p:cNvSpPr txBox="1">
            <a:spLocks noGrp="1"/>
          </p:cNvSpPr>
          <p:nvPr>
            <p:ph type="body" idx="1"/>
          </p:nvPr>
        </p:nvSpPr>
        <p:spPr>
          <a:xfrm>
            <a:off x="685800" y="1295400"/>
            <a:ext cx="7848600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»"/>
            </a:pPr>
            <a:r>
              <a:rPr lang="en-US" sz="2400" dirty="0"/>
              <a:t>Instance variables </a:t>
            </a:r>
            <a:r>
              <a:rPr lang="en-US" sz="2400" dirty="0">
                <a:solidFill>
                  <a:srgbClr val="0000FF"/>
                </a:solidFill>
              </a:rPr>
              <a:t>belong to a specific instance</a:t>
            </a:r>
            <a:r>
              <a:rPr lang="en-US" sz="2400" dirty="0"/>
              <a:t>.</a:t>
            </a:r>
            <a:endParaRPr dirty="0"/>
          </a:p>
          <a:p>
            <a:pPr marL="342900" lvl="0" indent="-342900" algn="l" rtl="0">
              <a:lnSpc>
                <a:spcPct val="2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Char char="»"/>
            </a:pPr>
            <a:r>
              <a:rPr lang="en-US" sz="2400" dirty="0"/>
              <a:t>Instance methods are </a:t>
            </a:r>
            <a:r>
              <a:rPr lang="en-US" sz="2400" dirty="0">
                <a:solidFill>
                  <a:srgbClr val="0000FF"/>
                </a:solidFill>
              </a:rPr>
              <a:t>invoked by an instance </a:t>
            </a:r>
            <a:r>
              <a:rPr lang="en-US" sz="2400" dirty="0"/>
              <a:t>of the class.</a:t>
            </a:r>
            <a:endParaRPr dirty="0"/>
          </a:p>
        </p:txBody>
      </p:sp>
      <p:sp>
        <p:nvSpPr>
          <p:cNvPr id="833" name="Google Shape;833;p33"/>
          <p:cNvSpPr txBox="1"/>
          <p:nvPr/>
        </p:nvSpPr>
        <p:spPr>
          <a:xfrm>
            <a:off x="533400" y="3048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 panose="020F0502020204030204"/>
              <a:buNone/>
            </a:pPr>
            <a:r>
              <a:rPr lang="en-US" sz="3200" b="1" cap="small">
                <a:solidFill>
                  <a:srgbClr val="C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Instance Variables and Methods</a:t>
            </a:r>
            <a:endParaRPr lang="en-US" sz="3200" b="1" cap="small">
              <a:solidFill>
                <a:srgbClr val="C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34" name="Google Shape;834;p33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1534" y="273600"/>
            <a:ext cx="7724906" cy="1083860"/>
          </a:xfrm>
        </p:spPr>
        <p:txBody>
          <a:bodyPr/>
          <a:lstStyle/>
          <a:p>
            <a:r>
              <a:rPr lang="en-US" sz="2000" dirty="0"/>
              <a:t>Instance variables </a:t>
            </a:r>
            <a:r>
              <a:rPr lang="en-US" sz="2000" dirty="0">
                <a:solidFill>
                  <a:srgbClr val="0000FF"/>
                </a:solidFill>
              </a:rPr>
              <a:t>belong to a specific instance</a:t>
            </a:r>
            <a:r>
              <a:rPr lang="en-US" sz="2000" dirty="0"/>
              <a:t>.</a:t>
            </a:r>
            <a:br>
              <a:rPr lang="en-US" sz="2000" dirty="0"/>
            </a:br>
            <a:endParaRPr lang="en-US" sz="2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9558" y="1604520"/>
            <a:ext cx="7856881" cy="3977280"/>
          </a:xfrm>
        </p:spPr>
        <p:txBody>
          <a:bodyPr/>
          <a:lstStyle/>
          <a:p>
            <a:pPr marL="50800" indent="0">
              <a:buNone/>
            </a:pPr>
            <a:br>
              <a:rPr lang="en-US" dirty="0">
                <a:solidFill>
                  <a:schemeClr val="tx1"/>
                </a:solidFill>
              </a:rPr>
            </a:b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051088" y="1681684"/>
            <a:ext cx="4572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tx1"/>
                </a:solidFill>
              </a:rPr>
              <a:t>class Student {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    String name;   // instance variable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    int age;       // instance variable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}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154783" y="2935760"/>
            <a:ext cx="4572000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public class Test {</a:t>
            </a:r>
            <a:endParaRPr lang="en-US" dirty="0"/>
          </a:p>
          <a:p>
            <a:r>
              <a:rPr lang="en-US" dirty="0"/>
              <a:t>    public static void main(String[] </a:t>
            </a:r>
            <a:r>
              <a:rPr lang="en-US" dirty="0" err="1"/>
              <a:t>args</a:t>
            </a:r>
            <a:r>
              <a:rPr lang="en-US" dirty="0"/>
              <a:t>) {</a:t>
            </a:r>
            <a:endParaRPr lang="en-US" dirty="0"/>
          </a:p>
          <a:p>
            <a:endParaRPr lang="en-US" dirty="0"/>
          </a:p>
          <a:p>
            <a:r>
              <a:rPr lang="en-US" dirty="0"/>
              <a:t>        Student s1 = new Student();</a:t>
            </a:r>
            <a:endParaRPr lang="en-US" dirty="0"/>
          </a:p>
          <a:p>
            <a:r>
              <a:rPr lang="en-US" dirty="0"/>
              <a:t>        Student s2 = new Student();</a:t>
            </a:r>
            <a:endParaRPr lang="en-US" dirty="0"/>
          </a:p>
          <a:p>
            <a:endParaRPr lang="en-US" dirty="0"/>
          </a:p>
          <a:p>
            <a:r>
              <a:rPr lang="en-US" dirty="0"/>
              <a:t>        s1.name = "Ali";</a:t>
            </a:r>
            <a:endParaRPr lang="en-US" dirty="0"/>
          </a:p>
          <a:p>
            <a:r>
              <a:rPr lang="en-US" dirty="0"/>
              <a:t>        s2.name = "Sara";</a:t>
            </a:r>
            <a:endParaRPr lang="en-US" dirty="0"/>
          </a:p>
          <a:p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(s1.name); // Ali</a:t>
            </a:r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(s2.name); // Sara</a:t>
            </a:r>
            <a:endParaRPr lang="en-US" dirty="0"/>
          </a:p>
          <a:p>
            <a:r>
              <a:rPr lang="en-US" dirty="0"/>
              <a:t>    }</a:t>
            </a:r>
            <a:endParaRPr lang="en-US" dirty="0"/>
          </a:p>
          <a:p>
            <a:r>
              <a:rPr lang="en-US" dirty="0"/>
              <a:t>}</a:t>
            </a:r>
            <a:endParaRPr lang="en-US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5546" y="273600"/>
            <a:ext cx="7790894" cy="1144800"/>
          </a:xfrm>
        </p:spPr>
        <p:txBody>
          <a:bodyPr/>
          <a:lstStyle/>
          <a:p>
            <a:r>
              <a:rPr lang="en-US" sz="2000" dirty="0"/>
              <a:t>Instance methods are </a:t>
            </a:r>
            <a:r>
              <a:rPr lang="en-US" sz="2000" dirty="0">
                <a:solidFill>
                  <a:srgbClr val="0000FF"/>
                </a:solidFill>
              </a:rPr>
              <a:t>invoked by an instance </a:t>
            </a:r>
            <a:r>
              <a:rPr lang="en-US" sz="2000" dirty="0"/>
              <a:t>of the class.</a:t>
            </a:r>
            <a:br>
              <a:rPr lang="en-US" sz="2000" dirty="0"/>
            </a:br>
            <a:endParaRPr lang="en-US" sz="2000" dirty="0"/>
          </a:p>
        </p:txBody>
      </p:sp>
      <p:sp>
        <p:nvSpPr>
          <p:cNvPr id="5" name="TextBox 4"/>
          <p:cNvSpPr txBox="1"/>
          <p:nvPr/>
        </p:nvSpPr>
        <p:spPr>
          <a:xfrm>
            <a:off x="895546" y="1010631"/>
            <a:ext cx="4572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class Student {</a:t>
            </a:r>
            <a:endParaRPr lang="en-US" dirty="0"/>
          </a:p>
          <a:p>
            <a:endParaRPr lang="en-US" dirty="0"/>
          </a:p>
          <a:p>
            <a:r>
              <a:rPr lang="en-US" dirty="0"/>
              <a:t>    String name;</a:t>
            </a:r>
            <a:endParaRPr lang="en-US" dirty="0"/>
          </a:p>
          <a:p>
            <a:endParaRPr lang="en-US" dirty="0"/>
          </a:p>
          <a:p>
            <a:r>
              <a:rPr lang="en-US" dirty="0"/>
              <a:t>    // instance method</a:t>
            </a:r>
            <a:endParaRPr lang="en-US" dirty="0"/>
          </a:p>
          <a:p>
            <a:r>
              <a:rPr lang="en-US" dirty="0"/>
              <a:t>    void </a:t>
            </a:r>
            <a:r>
              <a:rPr lang="en-US" dirty="0" err="1"/>
              <a:t>displayName</a:t>
            </a:r>
            <a:r>
              <a:rPr lang="en-US" dirty="0"/>
              <a:t>() {</a:t>
            </a:r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("Student name is: " + name);</a:t>
            </a:r>
            <a:endParaRPr lang="en-US" dirty="0"/>
          </a:p>
          <a:p>
            <a:r>
              <a:rPr lang="en-US" dirty="0"/>
              <a:t>    }</a:t>
            </a:r>
            <a:endParaRPr lang="en-US" dirty="0"/>
          </a:p>
          <a:p>
            <a:r>
              <a:rPr lang="en-US" dirty="0"/>
              <a:t>}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895546" y="3388936"/>
            <a:ext cx="4572000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public class Test {</a:t>
            </a:r>
            <a:endParaRPr lang="en-US" dirty="0"/>
          </a:p>
          <a:p>
            <a:r>
              <a:rPr lang="en-US" dirty="0"/>
              <a:t>    public static void main(String[] </a:t>
            </a:r>
            <a:r>
              <a:rPr lang="en-US" dirty="0" err="1"/>
              <a:t>args</a:t>
            </a:r>
            <a:r>
              <a:rPr lang="en-US" dirty="0"/>
              <a:t>) {</a:t>
            </a:r>
            <a:endParaRPr lang="en-US" dirty="0"/>
          </a:p>
          <a:p>
            <a:endParaRPr lang="en-US" dirty="0"/>
          </a:p>
          <a:p>
            <a:r>
              <a:rPr lang="en-US" dirty="0"/>
              <a:t>        Student s1 = new Student();</a:t>
            </a:r>
            <a:endParaRPr lang="en-US" dirty="0"/>
          </a:p>
          <a:p>
            <a:r>
              <a:rPr lang="en-US" dirty="0"/>
              <a:t>        s1.name = "Ali";</a:t>
            </a:r>
            <a:endParaRPr lang="en-US" dirty="0"/>
          </a:p>
          <a:p>
            <a:endParaRPr lang="en-US" dirty="0"/>
          </a:p>
          <a:p>
            <a:r>
              <a:rPr lang="en-US" dirty="0"/>
              <a:t>        Student s2 = new Student();</a:t>
            </a:r>
            <a:endParaRPr lang="en-US" dirty="0"/>
          </a:p>
          <a:p>
            <a:r>
              <a:rPr lang="en-US" dirty="0"/>
              <a:t>        s2.name = "Sara";</a:t>
            </a:r>
            <a:endParaRPr lang="en-US" dirty="0"/>
          </a:p>
          <a:p>
            <a:endParaRPr lang="en-US" dirty="0"/>
          </a:p>
          <a:p>
            <a:r>
              <a:rPr lang="en-US" dirty="0"/>
              <a:t>        s1.displayName(); // invoked by s1</a:t>
            </a:r>
            <a:endParaRPr lang="en-US" dirty="0"/>
          </a:p>
          <a:p>
            <a:r>
              <a:rPr lang="en-US" dirty="0"/>
              <a:t>        s2.displayName(); // invoked by s2</a:t>
            </a:r>
            <a:endParaRPr lang="en-US" dirty="0"/>
          </a:p>
          <a:p>
            <a:r>
              <a:rPr lang="en-US" dirty="0"/>
              <a:t>    }</a:t>
            </a:r>
            <a:endParaRPr lang="en-US" dirty="0"/>
          </a:p>
          <a:p>
            <a:r>
              <a:rPr lang="en-US" dirty="0"/>
              <a:t>}</a:t>
            </a:r>
            <a:endParaRPr lang="en-US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144" y="974888"/>
            <a:ext cx="8239027" cy="5492685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p34"/>
          <p:cNvSpPr txBox="1">
            <a:spLocks noGrp="1"/>
          </p:cNvSpPr>
          <p:nvPr>
            <p:ph type="body" idx="1"/>
          </p:nvPr>
        </p:nvSpPr>
        <p:spPr>
          <a:xfrm>
            <a:off x="685800" y="1295400"/>
            <a:ext cx="7848600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»"/>
            </a:pPr>
            <a:r>
              <a:rPr lang="en-US" sz="2400"/>
              <a:t>Static variables are </a:t>
            </a:r>
            <a:r>
              <a:rPr lang="en-US" sz="2400">
                <a:solidFill>
                  <a:srgbClr val="0000FF"/>
                </a:solidFill>
              </a:rPr>
              <a:t>shared by all the instances </a:t>
            </a:r>
            <a:r>
              <a:rPr lang="en-US" sz="2400"/>
              <a:t>of the class.</a:t>
            </a:r>
            <a:endParaRPr lang="en-US" sz="2400"/>
          </a:p>
          <a:p>
            <a:pPr marL="342900" lvl="0" indent="-34290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Char char="»"/>
            </a:pPr>
            <a:r>
              <a:rPr lang="en-US" sz="2400"/>
              <a:t>Static methods are </a:t>
            </a:r>
            <a:r>
              <a:rPr lang="en-US" sz="2400">
                <a:solidFill>
                  <a:srgbClr val="0000FF"/>
                </a:solidFill>
              </a:rPr>
              <a:t>not tied to a specific object</a:t>
            </a:r>
            <a:r>
              <a:rPr lang="en-US" sz="2400"/>
              <a:t>.</a:t>
            </a:r>
            <a:endParaRPr lang="en-US" sz="2400"/>
          </a:p>
          <a:p>
            <a:pPr marL="342900" lvl="0" indent="-34290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Char char="»"/>
            </a:pPr>
            <a:r>
              <a:rPr lang="en-US" sz="2400">
                <a:solidFill>
                  <a:srgbClr val="0000FF"/>
                </a:solidFill>
              </a:rPr>
              <a:t>Static constants are final variables</a:t>
            </a:r>
            <a:r>
              <a:rPr lang="en-US" sz="2400"/>
              <a:t> shared by all the instances of the class.</a:t>
            </a:r>
            <a:endParaRPr lang="en-US" sz="2400"/>
          </a:p>
          <a:p>
            <a:pPr marL="342900" lvl="0" indent="-34290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Char char="»"/>
            </a:pPr>
            <a:r>
              <a:rPr lang="en-US" sz="2400"/>
              <a:t>To declare static variables, constants, and methods, use the </a:t>
            </a:r>
            <a:r>
              <a:rPr lang="en-US" sz="2400">
                <a:solidFill>
                  <a:srgbClr val="0000FF"/>
                </a:solidFill>
              </a:rPr>
              <a:t>static modifier.</a:t>
            </a:r>
            <a:endParaRPr sz="2400">
              <a:solidFill>
                <a:srgbClr val="0000FF"/>
              </a:solidFill>
            </a:endParaRPr>
          </a:p>
        </p:txBody>
      </p:sp>
      <p:sp>
        <p:nvSpPr>
          <p:cNvPr id="840" name="Google Shape;840;p34"/>
          <p:cNvSpPr txBox="1"/>
          <p:nvPr/>
        </p:nvSpPr>
        <p:spPr>
          <a:xfrm>
            <a:off x="533400" y="3048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 panose="020F0502020204030204"/>
              <a:buNone/>
            </a:pPr>
            <a:r>
              <a:rPr lang="en-US" sz="3200" b="1" cap="small">
                <a:solidFill>
                  <a:srgbClr val="C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Static Variables, Constants, and Methods</a:t>
            </a:r>
            <a:endParaRPr lang="en-US" sz="3200" b="1" cap="small">
              <a:solidFill>
                <a:srgbClr val="C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41" name="Google Shape;841;p34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p35"/>
          <p:cNvSpPr txBox="1">
            <a:spLocks noGrp="1"/>
          </p:cNvSpPr>
          <p:nvPr>
            <p:ph type="body" idx="1"/>
          </p:nvPr>
        </p:nvSpPr>
        <p:spPr>
          <a:xfrm>
            <a:off x="365975" y="5270600"/>
            <a:ext cx="8320800" cy="12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10000"/>
          </a:bodyPr>
          <a:lstStyle/>
          <a:p>
            <a:pPr marL="457200" lvl="0" indent="-379730" algn="l" rtl="0">
              <a:spcBef>
                <a:spcPts val="0"/>
              </a:spcBef>
              <a:spcAft>
                <a:spcPts val="0"/>
              </a:spcAft>
              <a:buSzPct val="100000"/>
              <a:buChar char="»"/>
            </a:pPr>
            <a:r>
              <a:rPr lang="en-US"/>
              <a:t>numberOfObjects is static variable of class.</a:t>
            </a:r>
            <a:endParaRPr lang="en-US"/>
          </a:p>
          <a:p>
            <a:pPr marL="457200" lvl="0" indent="-379730" algn="l" rtl="0">
              <a:spcBef>
                <a:spcPts val="0"/>
              </a:spcBef>
              <a:spcAft>
                <a:spcPts val="0"/>
              </a:spcAft>
              <a:buSzPct val="100000"/>
              <a:buChar char="»"/>
            </a:pPr>
            <a:r>
              <a:rPr lang="en-US"/>
              <a:t>Static variables/ methods are </a:t>
            </a:r>
            <a:r>
              <a:rPr lang="en-US" b="1"/>
              <a:t>underlined</a:t>
            </a:r>
            <a:r>
              <a:rPr lang="en-US"/>
              <a:t> in class diagram.</a:t>
            </a:r>
            <a:endParaRPr lang="en-US"/>
          </a:p>
          <a:p>
            <a:pPr marL="457200" lvl="0" indent="-379730" algn="l" rtl="0">
              <a:spcBef>
                <a:spcPts val="0"/>
              </a:spcBef>
              <a:spcAft>
                <a:spcPts val="0"/>
              </a:spcAft>
              <a:buSzPct val="100000"/>
              <a:buChar char="»"/>
            </a:pPr>
            <a:r>
              <a:rPr lang="en-US"/>
              <a:t>After two Circle objects were created, numberOfObjects is 2.</a:t>
            </a:r>
            <a:endParaRPr lang="en-US"/>
          </a:p>
        </p:txBody>
      </p:sp>
      <p:sp>
        <p:nvSpPr>
          <p:cNvPr id="847" name="Google Shape;847;p35"/>
          <p:cNvSpPr txBox="1"/>
          <p:nvPr/>
        </p:nvSpPr>
        <p:spPr>
          <a:xfrm>
            <a:off x="533400" y="3048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 panose="020F0502020204030204"/>
              <a:buNone/>
            </a:pPr>
            <a:r>
              <a:rPr lang="en-US" sz="3200" b="1" cap="small">
                <a:solidFill>
                  <a:srgbClr val="C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Static Variables, Constants, and Methods, cont.</a:t>
            </a:r>
            <a:endParaRPr lang="en-US" sz="3200" b="1" cap="small">
              <a:solidFill>
                <a:srgbClr val="C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48" name="Google Shape;848;p35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pic>
        <p:nvPicPr>
          <p:cNvPr id="849" name="Google Shape;849;p35" descr="C:\Users\Its\Downloads\t1 (10)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738188" y="1919288"/>
            <a:ext cx="7667625" cy="3019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50" name="Google Shape;850;p35"/>
          <p:cNvCxnSpPr/>
          <p:nvPr/>
        </p:nvCxnSpPr>
        <p:spPr>
          <a:xfrm>
            <a:off x="817850" y="3100125"/>
            <a:ext cx="1684500" cy="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p45"/>
          <p:cNvSpPr/>
          <p:nvPr/>
        </p:nvSpPr>
        <p:spPr>
          <a:xfrm>
            <a:off x="638280" y="2286000"/>
            <a:ext cx="8076600" cy="198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strike="noStrike" cap="small">
                <a:solidFill>
                  <a:srgbClr val="C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Questions/Answers &amp;</a:t>
            </a:r>
            <a:endParaRPr sz="1800" b="0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strike="noStrike" cap="small">
                <a:solidFill>
                  <a:srgbClr val="C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Discussion</a:t>
            </a:r>
            <a:endParaRPr sz="1800" b="0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56" name="Google Shape;856;p45"/>
          <p:cNvSpPr/>
          <p:nvPr/>
        </p:nvSpPr>
        <p:spPr>
          <a:xfrm>
            <a:off x="8686800" y="5740560"/>
            <a:ext cx="38016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strike="noStrike">
                <a:solidFill>
                  <a:srgbClr val="A79D9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800" b="0" strike="noStrik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Thermal">
  <a:themeElements>
    <a:clrScheme name="Thermal">
      <a:dk1>
        <a:srgbClr val="4D5B6B"/>
      </a:dk1>
      <a:lt1>
        <a:srgbClr val="FFFFFF"/>
      </a:lt1>
      <a:dk2>
        <a:srgbClr val="675D59"/>
      </a:dk2>
      <a:lt2>
        <a:srgbClr val="E8DED8"/>
      </a:lt2>
      <a:accent1>
        <a:srgbClr val="FF7605"/>
      </a:accent1>
      <a:accent2>
        <a:srgbClr val="7F7F7F"/>
      </a:accent2>
      <a:accent3>
        <a:srgbClr val="7F5185"/>
      </a:accent3>
      <a:accent4>
        <a:srgbClr val="89AAD3"/>
      </a:accent4>
      <a:accent5>
        <a:srgbClr val="8F5B4B"/>
      </a:accent5>
      <a:accent6>
        <a:srgbClr val="C84340"/>
      </a:accent6>
      <a:hlink>
        <a:srgbClr val="89AAD3"/>
      </a:hlink>
      <a:folHlink>
        <a:srgbClr val="79518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hermal">
  <a:themeElements>
    <a:clrScheme name="Thermal">
      <a:dk1>
        <a:srgbClr val="4D5B6B"/>
      </a:dk1>
      <a:lt1>
        <a:srgbClr val="FFFFFF"/>
      </a:lt1>
      <a:dk2>
        <a:srgbClr val="675D59"/>
      </a:dk2>
      <a:lt2>
        <a:srgbClr val="E8DED8"/>
      </a:lt2>
      <a:accent1>
        <a:srgbClr val="FF7605"/>
      </a:accent1>
      <a:accent2>
        <a:srgbClr val="7F7F7F"/>
      </a:accent2>
      <a:accent3>
        <a:srgbClr val="7F5185"/>
      </a:accent3>
      <a:accent4>
        <a:srgbClr val="89AAD3"/>
      </a:accent4>
      <a:accent5>
        <a:srgbClr val="8F5B4B"/>
      </a:accent5>
      <a:accent6>
        <a:srgbClr val="C84340"/>
      </a:accent6>
      <a:hlink>
        <a:srgbClr val="89AAD3"/>
      </a:hlink>
      <a:folHlink>
        <a:srgbClr val="79518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Thermal">
  <a:themeElements>
    <a:clrScheme name="Thermal">
      <a:dk1>
        <a:srgbClr val="4D5B6B"/>
      </a:dk1>
      <a:lt1>
        <a:srgbClr val="FFFFFF"/>
      </a:lt1>
      <a:dk2>
        <a:srgbClr val="675D59"/>
      </a:dk2>
      <a:lt2>
        <a:srgbClr val="E8DED8"/>
      </a:lt2>
      <a:accent1>
        <a:srgbClr val="FF7605"/>
      </a:accent1>
      <a:accent2>
        <a:srgbClr val="7F7F7F"/>
      </a:accent2>
      <a:accent3>
        <a:srgbClr val="7F5185"/>
      </a:accent3>
      <a:accent4>
        <a:srgbClr val="89AAD3"/>
      </a:accent4>
      <a:accent5>
        <a:srgbClr val="8F5B4B"/>
      </a:accent5>
      <a:accent6>
        <a:srgbClr val="C84340"/>
      </a:accent6>
      <a:hlink>
        <a:srgbClr val="89AAD3"/>
      </a:hlink>
      <a:folHlink>
        <a:srgbClr val="79518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3_Thermal">
  <a:themeElements>
    <a:clrScheme name="Thermal">
      <a:dk1>
        <a:srgbClr val="4D5B6B"/>
      </a:dk1>
      <a:lt1>
        <a:srgbClr val="FFFFFF"/>
      </a:lt1>
      <a:dk2>
        <a:srgbClr val="675D59"/>
      </a:dk2>
      <a:lt2>
        <a:srgbClr val="E8DED8"/>
      </a:lt2>
      <a:accent1>
        <a:srgbClr val="FF7605"/>
      </a:accent1>
      <a:accent2>
        <a:srgbClr val="7F7F7F"/>
      </a:accent2>
      <a:accent3>
        <a:srgbClr val="7F5185"/>
      </a:accent3>
      <a:accent4>
        <a:srgbClr val="89AAD3"/>
      </a:accent4>
      <a:accent5>
        <a:srgbClr val="8F5B4B"/>
      </a:accent5>
      <a:accent6>
        <a:srgbClr val="C84340"/>
      </a:accent6>
      <a:hlink>
        <a:srgbClr val="89AAD3"/>
      </a:hlink>
      <a:folHlink>
        <a:srgbClr val="79518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1_Thermal">
  <a:themeElements>
    <a:clrScheme name="Thermal">
      <a:dk1>
        <a:srgbClr val="4D5B6B"/>
      </a:dk1>
      <a:lt1>
        <a:srgbClr val="FFFFFF"/>
      </a:lt1>
      <a:dk2>
        <a:srgbClr val="675D59"/>
      </a:dk2>
      <a:lt2>
        <a:srgbClr val="E8DED8"/>
      </a:lt2>
      <a:accent1>
        <a:srgbClr val="FF7605"/>
      </a:accent1>
      <a:accent2>
        <a:srgbClr val="7F7F7F"/>
      </a:accent2>
      <a:accent3>
        <a:srgbClr val="7F5185"/>
      </a:accent3>
      <a:accent4>
        <a:srgbClr val="89AAD3"/>
      </a:accent4>
      <a:accent5>
        <a:srgbClr val="8F5B4B"/>
      </a:accent5>
      <a:accent6>
        <a:srgbClr val="C84340"/>
      </a:accent6>
      <a:hlink>
        <a:srgbClr val="89AAD3"/>
      </a:hlink>
      <a:folHlink>
        <a:srgbClr val="79518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12882</Words>
  <Application>WPS Presentation</Application>
  <PresentationFormat>On-screen Show (4:3)</PresentationFormat>
  <Paragraphs>697</Paragraphs>
  <Slides>50</Slides>
  <Notes>38</Notes>
  <HiddenSlides>0</HiddenSlides>
  <MMClips>0</MMClips>
  <ScaleCrop>false</ScaleCrop>
  <HeadingPairs>
    <vt:vector size="8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7</vt:i4>
      </vt:variant>
      <vt:variant>
        <vt:lpstr>嵌入 OLE 服务器</vt:lpstr>
      </vt:variant>
      <vt:variant>
        <vt:i4>9</vt:i4>
      </vt:variant>
      <vt:variant>
        <vt:lpstr>幻灯片标题</vt:lpstr>
      </vt:variant>
      <vt:variant>
        <vt:i4>50</vt:i4>
      </vt:variant>
    </vt:vector>
  </HeadingPairs>
  <TitlesOfParts>
    <vt:vector size="83" baseType="lpstr">
      <vt:lpstr>Arial</vt:lpstr>
      <vt:lpstr>SimSun</vt:lpstr>
      <vt:lpstr>Wingdings</vt:lpstr>
      <vt:lpstr>Arial</vt:lpstr>
      <vt:lpstr>Calibri</vt:lpstr>
      <vt:lpstr>Noto Sans Symbols</vt:lpstr>
      <vt:lpstr>Segoe Print</vt:lpstr>
      <vt:lpstr>Times New Roman</vt:lpstr>
      <vt:lpstr>Courier New</vt:lpstr>
      <vt:lpstr>Microsoft YaHei</vt:lpstr>
      <vt:lpstr>Arial Unicode MS</vt:lpstr>
      <vt:lpstr>Times New Roman</vt:lpstr>
      <vt:lpstr>Monotype Sorts</vt:lpstr>
      <vt:lpstr>Wingdings</vt:lpstr>
      <vt:lpstr>Forte</vt:lpstr>
      <vt:lpstr>Mongolian Baiti</vt:lpstr>
      <vt:lpstr>Monotype Sorts</vt:lpstr>
      <vt:lpstr>Office Theme</vt:lpstr>
      <vt:lpstr>Office Theme</vt:lpstr>
      <vt:lpstr>4_Thermal</vt:lpstr>
      <vt:lpstr>Thermal</vt:lpstr>
      <vt:lpstr>2_Thermal</vt:lpstr>
      <vt:lpstr>3_Thermal</vt:lpstr>
      <vt:lpstr>1_Thermal</vt:lpstr>
      <vt:lpstr>Word.Picture.8</vt:lpstr>
      <vt:lpstr>Word.Picture.8</vt:lpstr>
      <vt:lpstr>Word.Picture.8</vt:lpstr>
      <vt:lpstr>Word.Picture.8</vt:lpstr>
      <vt:lpstr>Word.Picture.8</vt:lpstr>
      <vt:lpstr>Word.Picture.8</vt:lpstr>
      <vt:lpstr>Word.Picture.8</vt:lpstr>
      <vt:lpstr>Word.Picture.8</vt:lpstr>
      <vt:lpstr>Word.Picture.8</vt:lpstr>
      <vt:lpstr>CS212: Object-Oriented Programming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Trace Code</vt:lpstr>
      <vt:lpstr>Trace Code, cont.</vt:lpstr>
      <vt:lpstr>Trace Code, cont.</vt:lpstr>
      <vt:lpstr>Trace Code, cont.</vt:lpstr>
      <vt:lpstr>Trace Code, cont.</vt:lpstr>
      <vt:lpstr>Trace Code, cont.</vt:lpstr>
      <vt:lpstr>Trace Code, cont.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Exponent Operations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Instance variables belong to a specific instance. </vt:lpstr>
      <vt:lpstr>Instance methods are invoked by an instance of the class. 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Dr. Mian M. Hamayun</dc:creator>
  <cp:lastModifiedBy>PCC</cp:lastModifiedBy>
  <cp:revision>21</cp:revision>
  <dcterms:created xsi:type="dcterms:W3CDTF">2014-02-05T17:22:00Z</dcterms:created>
  <dcterms:modified xsi:type="dcterms:W3CDTF">2026-02-02T07:48:08Z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14.0000</vt:lpwstr>
  </property>
  <property fmtid="{D5CDD505-2E9C-101B-9397-08002B2CF9AE}" pid="3" name="Company">
    <vt:lpwstr>UNC Charlotte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1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62</vt:i4>
  </property>
  <property fmtid="{D5CDD505-2E9C-101B-9397-08002B2CF9AE}" pid="13" name="KSOProductBuildVer">
    <vt:lpwstr>1033-12.1.0.25180</vt:lpwstr>
  </property>
  <property fmtid="{D5CDD505-2E9C-101B-9397-08002B2CF9AE}" pid="14" name="ICV">
    <vt:lpwstr>A4054CE9C53548779A1CB4BC18BAD5E9_12</vt:lpwstr>
  </property>
</Properties>
</file>