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gvmYFXNfFDspeNa3ZYByN4waOyz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1498" y="53"/>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35194f3ebb_0_1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335194f3ebb_0_18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g335194f3ebb_0_18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35194f3ebb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g335194f3ebb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3550a76cbc_0_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g33550a76cbc_0_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3550a76cbc_0_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g33550a76cbc_0_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3550a76cbc_0_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g33550a76cbc_0_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3550a76cbc_0_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g33550a76cbc_0_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3550a76cbc_0_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g33550a76cbc_0_3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3550a76cbc_0_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g33550a76cbc_0_4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US"/>
              <a:t>// Fig. 8.4: ThisTest.java</a:t>
            </a:r>
            <a:endParaRPr/>
          </a:p>
          <a:p>
            <a:pPr marL="0" lvl="0" indent="0" algn="l" rtl="0">
              <a:spcBef>
                <a:spcPts val="0"/>
              </a:spcBef>
              <a:spcAft>
                <a:spcPts val="0"/>
              </a:spcAft>
              <a:buClr>
                <a:schemeClr val="dk1"/>
              </a:buClr>
              <a:buSzPts val="1100"/>
              <a:buFont typeface="Arial"/>
              <a:buNone/>
            </a:pPr>
            <a:r>
              <a:rPr lang="en-US"/>
              <a:t>// this used implicitly and explicitly to refer to members of an object.</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public class Main {</a:t>
            </a:r>
            <a:endParaRPr/>
          </a:p>
          <a:p>
            <a:pPr marL="0" lvl="0" indent="0" algn="l" rtl="0">
              <a:spcBef>
                <a:spcPts val="0"/>
              </a:spcBef>
              <a:spcAft>
                <a:spcPts val="0"/>
              </a:spcAft>
              <a:buClr>
                <a:schemeClr val="dk1"/>
              </a:buClr>
              <a:buSzPts val="1100"/>
              <a:buFont typeface="Arial"/>
              <a:buNone/>
            </a:pPr>
            <a:r>
              <a:rPr lang="en-US"/>
              <a:t>    public static void main(String args[]) {</a:t>
            </a:r>
            <a:endParaRPr/>
          </a:p>
          <a:p>
            <a:pPr marL="0" lvl="0" indent="0" algn="l" rtl="0">
              <a:spcBef>
                <a:spcPts val="0"/>
              </a:spcBef>
              <a:spcAft>
                <a:spcPts val="0"/>
              </a:spcAft>
              <a:buClr>
                <a:schemeClr val="dk1"/>
              </a:buClr>
              <a:buSzPts val="1100"/>
              <a:buFont typeface="Arial"/>
              <a:buNone/>
            </a:pPr>
            <a:r>
              <a:rPr lang="en-US"/>
              <a:t>        SimpleTime time = new SimpleTime(15, 30, 19);</a:t>
            </a:r>
            <a:endParaRPr/>
          </a:p>
          <a:p>
            <a:pPr marL="0" lvl="0" indent="0" algn="l" rtl="0">
              <a:spcBef>
                <a:spcPts val="0"/>
              </a:spcBef>
              <a:spcAft>
                <a:spcPts val="0"/>
              </a:spcAft>
              <a:buClr>
                <a:schemeClr val="dk1"/>
              </a:buClr>
              <a:buSzPts val="1100"/>
              <a:buFont typeface="Arial"/>
              <a:buNone/>
            </a:pPr>
            <a:r>
              <a:rPr lang="en-US"/>
              <a:t>        System.out.println(time.buildString());</a:t>
            </a:r>
            <a:endParaRPr/>
          </a:p>
          <a:p>
            <a:pPr marL="0" lvl="0" indent="0" algn="l" rtl="0">
              <a:spcBef>
                <a:spcPts val="0"/>
              </a:spcBef>
              <a:spcAft>
                <a:spcPts val="0"/>
              </a:spcAft>
              <a:buClr>
                <a:schemeClr val="dk1"/>
              </a:buClr>
              <a:buSzPts val="1100"/>
              <a:buFont typeface="Arial"/>
              <a:buNone/>
            </a:pPr>
            <a:r>
              <a:rPr lang="en-US"/>
              <a:t>    }</a:t>
            </a:r>
            <a:endParaRPr/>
          </a:p>
          <a:p>
            <a:pPr marL="0" lvl="0" indent="0" algn="l" rtl="0">
              <a:spcBef>
                <a:spcPts val="0"/>
              </a:spcBef>
              <a:spcAft>
                <a:spcPts val="0"/>
              </a:spcAft>
              <a:buClr>
                <a:schemeClr val="dk1"/>
              </a:buClr>
              <a:buSzPts val="1100"/>
              <a:buFont typeface="Arial"/>
              <a:buNone/>
            </a:pPr>
            <a:r>
              <a:rPr lang="en-US"/>
              <a:t>}</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 class SimpleTime demonstrates the "this" reference</a:t>
            </a:r>
            <a:endParaRPr/>
          </a:p>
          <a:p>
            <a:pPr marL="0" lvl="0" indent="0" algn="l" rtl="0">
              <a:spcBef>
                <a:spcPts val="0"/>
              </a:spcBef>
              <a:spcAft>
                <a:spcPts val="0"/>
              </a:spcAft>
              <a:buClr>
                <a:schemeClr val="dk1"/>
              </a:buClr>
              <a:buSzPts val="1100"/>
              <a:buFont typeface="Arial"/>
              <a:buNone/>
            </a:pPr>
            <a:r>
              <a:rPr lang="en-US"/>
              <a:t>class SimpleTime {</a:t>
            </a:r>
            <a:endParaRPr/>
          </a:p>
          <a:p>
            <a:pPr marL="0" lvl="0" indent="0" algn="l" rtl="0">
              <a:spcBef>
                <a:spcPts val="0"/>
              </a:spcBef>
              <a:spcAft>
                <a:spcPts val="0"/>
              </a:spcAft>
              <a:buClr>
                <a:schemeClr val="dk1"/>
              </a:buClr>
              <a:buSzPts val="1100"/>
              <a:buFont typeface="Arial"/>
              <a:buNone/>
            </a:pPr>
            <a:r>
              <a:rPr lang="en-US"/>
              <a:t>    private int hour; // 0-23</a:t>
            </a:r>
            <a:endParaRPr/>
          </a:p>
          <a:p>
            <a:pPr marL="0" lvl="0" indent="0" algn="l" rtl="0">
              <a:spcBef>
                <a:spcPts val="0"/>
              </a:spcBef>
              <a:spcAft>
                <a:spcPts val="0"/>
              </a:spcAft>
              <a:buClr>
                <a:schemeClr val="dk1"/>
              </a:buClr>
              <a:buSzPts val="1100"/>
              <a:buFont typeface="Arial"/>
              <a:buNone/>
            </a:pPr>
            <a:r>
              <a:rPr lang="en-US"/>
              <a:t>    private int minute; // 0-59</a:t>
            </a:r>
            <a:endParaRPr/>
          </a:p>
          <a:p>
            <a:pPr marL="0" lvl="0" indent="0" algn="l" rtl="0">
              <a:spcBef>
                <a:spcPts val="0"/>
              </a:spcBef>
              <a:spcAft>
                <a:spcPts val="0"/>
              </a:spcAft>
              <a:buClr>
                <a:schemeClr val="dk1"/>
              </a:buClr>
              <a:buSzPts val="1100"/>
              <a:buFont typeface="Arial"/>
              <a:buNone/>
            </a:pPr>
            <a:r>
              <a:rPr lang="en-US"/>
              <a:t>    private int second; // 0-59</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    // if the constructor uses parameter names identical to</a:t>
            </a:r>
            <a:endParaRPr/>
          </a:p>
          <a:p>
            <a:pPr marL="0" lvl="0" indent="0" algn="l" rtl="0">
              <a:spcBef>
                <a:spcPts val="0"/>
              </a:spcBef>
              <a:spcAft>
                <a:spcPts val="0"/>
              </a:spcAft>
              <a:buClr>
                <a:schemeClr val="dk1"/>
              </a:buClr>
              <a:buSzPts val="1100"/>
              <a:buFont typeface="Arial"/>
              <a:buNone/>
            </a:pPr>
            <a:r>
              <a:rPr lang="en-US"/>
              <a:t>    // instance variable names the "this" reference is</a:t>
            </a:r>
            <a:endParaRPr/>
          </a:p>
          <a:p>
            <a:pPr marL="0" lvl="0" indent="0" algn="l" rtl="0">
              <a:spcBef>
                <a:spcPts val="0"/>
              </a:spcBef>
              <a:spcAft>
                <a:spcPts val="0"/>
              </a:spcAft>
              <a:buClr>
                <a:schemeClr val="dk1"/>
              </a:buClr>
              <a:buSzPts val="1100"/>
              <a:buFont typeface="Arial"/>
              <a:buNone/>
            </a:pPr>
            <a:r>
              <a:rPr lang="en-US"/>
              <a:t>    // required to distinguish between names</a:t>
            </a:r>
            <a:endParaRPr/>
          </a:p>
          <a:p>
            <a:pPr marL="0" lvl="0" indent="0" algn="l" rtl="0">
              <a:spcBef>
                <a:spcPts val="0"/>
              </a:spcBef>
              <a:spcAft>
                <a:spcPts val="0"/>
              </a:spcAft>
              <a:buClr>
                <a:schemeClr val="dk1"/>
              </a:buClr>
              <a:buSzPts val="1100"/>
              <a:buFont typeface="Arial"/>
              <a:buNone/>
            </a:pPr>
            <a:r>
              <a:rPr lang="en-US"/>
              <a:t>    public SimpleTime(int hour, int minute, int second) {</a:t>
            </a:r>
            <a:endParaRPr/>
          </a:p>
          <a:p>
            <a:pPr marL="0" lvl="0" indent="0" algn="l" rtl="0">
              <a:spcBef>
                <a:spcPts val="0"/>
              </a:spcBef>
              <a:spcAft>
                <a:spcPts val="0"/>
              </a:spcAft>
              <a:buClr>
                <a:schemeClr val="dk1"/>
              </a:buClr>
              <a:buSzPts val="1100"/>
              <a:buFont typeface="Arial"/>
              <a:buNone/>
            </a:pPr>
            <a:r>
              <a:rPr lang="en-US"/>
              <a:t>        this.hour = hour; // set "this" object's hour</a:t>
            </a:r>
            <a:endParaRPr/>
          </a:p>
          <a:p>
            <a:pPr marL="0" lvl="0" indent="0" algn="l" rtl="0">
              <a:spcBef>
                <a:spcPts val="0"/>
              </a:spcBef>
              <a:spcAft>
                <a:spcPts val="0"/>
              </a:spcAft>
              <a:buClr>
                <a:schemeClr val="dk1"/>
              </a:buClr>
              <a:buSzPts val="1100"/>
              <a:buFont typeface="Arial"/>
              <a:buNone/>
            </a:pPr>
            <a:r>
              <a:rPr lang="en-US"/>
              <a:t>        this.minute = minute; // set "this" object's minute</a:t>
            </a:r>
            <a:endParaRPr/>
          </a:p>
          <a:p>
            <a:pPr marL="0" lvl="0" indent="0" algn="l" rtl="0">
              <a:spcBef>
                <a:spcPts val="0"/>
              </a:spcBef>
              <a:spcAft>
                <a:spcPts val="0"/>
              </a:spcAft>
              <a:buClr>
                <a:schemeClr val="dk1"/>
              </a:buClr>
              <a:buSzPts val="1100"/>
              <a:buFont typeface="Arial"/>
              <a:buNone/>
            </a:pPr>
            <a:r>
              <a:rPr lang="en-US"/>
              <a:t>        this.second = second; // set "this" object's second</a:t>
            </a:r>
            <a:endParaRPr/>
          </a:p>
          <a:p>
            <a:pPr marL="0" lvl="0" indent="0" algn="l" rtl="0">
              <a:spcBef>
                <a:spcPts val="0"/>
              </a:spcBef>
              <a:spcAft>
                <a:spcPts val="0"/>
              </a:spcAft>
              <a:buClr>
                <a:schemeClr val="dk1"/>
              </a:buClr>
              <a:buSzPts val="1100"/>
              <a:buFont typeface="Arial"/>
              <a:buNone/>
            </a:pPr>
            <a:r>
              <a:rPr lang="en-US"/>
              <a:t>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    // use explicit and implicit "this" to call toUniversalString </a:t>
            </a:r>
            <a:endParaRPr/>
          </a:p>
          <a:p>
            <a:pPr marL="0" lvl="0" indent="0" algn="l" rtl="0">
              <a:spcBef>
                <a:spcPts val="0"/>
              </a:spcBef>
              <a:spcAft>
                <a:spcPts val="0"/>
              </a:spcAft>
              <a:buClr>
                <a:schemeClr val="dk1"/>
              </a:buClr>
              <a:buSzPts val="1100"/>
              <a:buFont typeface="Arial"/>
              <a:buNone/>
            </a:pPr>
            <a:r>
              <a:rPr lang="en-US"/>
              <a:t>    public String buildString() {</a:t>
            </a:r>
            <a:endParaRPr/>
          </a:p>
          <a:p>
            <a:pPr marL="0" lvl="0" indent="0" algn="l" rtl="0">
              <a:spcBef>
                <a:spcPts val="0"/>
              </a:spcBef>
              <a:spcAft>
                <a:spcPts val="0"/>
              </a:spcAft>
              <a:buClr>
                <a:schemeClr val="dk1"/>
              </a:buClr>
              <a:buSzPts val="1100"/>
              <a:buFont typeface="Arial"/>
              <a:buNone/>
            </a:pPr>
            <a:r>
              <a:rPr lang="en-US"/>
              <a:t>        return String.format("%24s: %s\n%24s: %s",</a:t>
            </a:r>
            <a:endParaRPr/>
          </a:p>
          <a:p>
            <a:pPr marL="0" lvl="0" indent="0" algn="l" rtl="0">
              <a:spcBef>
                <a:spcPts val="0"/>
              </a:spcBef>
              <a:spcAft>
                <a:spcPts val="0"/>
              </a:spcAft>
              <a:buClr>
                <a:schemeClr val="dk1"/>
              </a:buClr>
              <a:buSzPts val="1100"/>
              <a:buFont typeface="Arial"/>
              <a:buNone/>
            </a:pPr>
            <a:r>
              <a:rPr lang="en-US"/>
              <a:t>                "this.toUniversalString()", this.toUniversalString(), "toUniversalString()", toUniversalString());</a:t>
            </a:r>
            <a:endParaRPr/>
          </a:p>
          <a:p>
            <a:pPr marL="0" lvl="0" indent="0" algn="l" rtl="0">
              <a:spcBef>
                <a:spcPts val="0"/>
              </a:spcBef>
              <a:spcAft>
                <a:spcPts val="0"/>
              </a:spcAft>
              <a:buClr>
                <a:schemeClr val="dk1"/>
              </a:buClr>
              <a:buSzPts val="1100"/>
              <a:buFont typeface="Arial"/>
              <a:buNone/>
            </a:pPr>
            <a:r>
              <a:rPr lang="en-US"/>
              <a:t>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US"/>
              <a:t>    // convert to String in universal-time format (HH:MM:SS)</a:t>
            </a:r>
            <a:endParaRPr/>
          </a:p>
          <a:p>
            <a:pPr marL="0" lvl="0" indent="0" algn="l" rtl="0">
              <a:spcBef>
                <a:spcPts val="0"/>
              </a:spcBef>
              <a:spcAft>
                <a:spcPts val="0"/>
              </a:spcAft>
              <a:buClr>
                <a:schemeClr val="dk1"/>
              </a:buClr>
              <a:buSzPts val="1100"/>
              <a:buFont typeface="Arial"/>
              <a:buNone/>
            </a:pPr>
            <a:r>
              <a:rPr lang="en-US"/>
              <a:t>    public String toUniversalString() {</a:t>
            </a:r>
            <a:endParaRPr/>
          </a:p>
          <a:p>
            <a:pPr marL="0" lvl="0" indent="0" algn="l" rtl="0">
              <a:spcBef>
                <a:spcPts val="0"/>
              </a:spcBef>
              <a:spcAft>
                <a:spcPts val="0"/>
              </a:spcAft>
              <a:buClr>
                <a:schemeClr val="dk1"/>
              </a:buClr>
              <a:buSzPts val="1100"/>
              <a:buFont typeface="Arial"/>
              <a:buNone/>
            </a:pPr>
            <a:r>
              <a:rPr lang="en-US"/>
              <a:t>        // "this" is not required here to access instance variables,</a:t>
            </a:r>
            <a:endParaRPr/>
          </a:p>
          <a:p>
            <a:pPr marL="0" lvl="0" indent="0" algn="l" rtl="0">
              <a:spcBef>
                <a:spcPts val="0"/>
              </a:spcBef>
              <a:spcAft>
                <a:spcPts val="0"/>
              </a:spcAft>
              <a:buClr>
                <a:schemeClr val="dk1"/>
              </a:buClr>
              <a:buSzPts val="1100"/>
              <a:buFont typeface="Arial"/>
              <a:buNone/>
            </a:pPr>
            <a:r>
              <a:rPr lang="en-US"/>
              <a:t>        // because method does not have local variables with same</a:t>
            </a:r>
            <a:endParaRPr/>
          </a:p>
          <a:p>
            <a:pPr marL="0" lvl="0" indent="0" algn="l" rtl="0">
              <a:spcBef>
                <a:spcPts val="0"/>
              </a:spcBef>
              <a:spcAft>
                <a:spcPts val="0"/>
              </a:spcAft>
              <a:buClr>
                <a:schemeClr val="dk1"/>
              </a:buClr>
              <a:buSzPts val="1100"/>
              <a:buFont typeface="Arial"/>
              <a:buNone/>
            </a:pPr>
            <a:r>
              <a:rPr lang="en-US"/>
              <a:t>        // names as instance variables</a:t>
            </a:r>
            <a:endParaRPr/>
          </a:p>
          <a:p>
            <a:pPr marL="0" lvl="0" indent="0" algn="l" rtl="0">
              <a:spcBef>
                <a:spcPts val="0"/>
              </a:spcBef>
              <a:spcAft>
                <a:spcPts val="0"/>
              </a:spcAft>
              <a:buClr>
                <a:schemeClr val="dk1"/>
              </a:buClr>
              <a:buSzPts val="1100"/>
              <a:buFont typeface="Arial"/>
              <a:buNone/>
            </a:pPr>
            <a:r>
              <a:rPr lang="en-US"/>
              <a:t>        return String.format("%02d:%02d:%02d",</a:t>
            </a:r>
            <a:endParaRPr/>
          </a:p>
          <a:p>
            <a:pPr marL="0" lvl="0" indent="0" algn="l" rtl="0">
              <a:spcBef>
                <a:spcPts val="0"/>
              </a:spcBef>
              <a:spcAft>
                <a:spcPts val="0"/>
              </a:spcAft>
              <a:buClr>
                <a:schemeClr val="dk1"/>
              </a:buClr>
              <a:buSzPts val="1100"/>
              <a:buFont typeface="Arial"/>
              <a:buNone/>
            </a:pPr>
            <a:r>
              <a:rPr lang="en-US"/>
              <a:t>                this.hour, this.minute, this.second);</a:t>
            </a:r>
            <a:endParaRPr/>
          </a:p>
          <a:p>
            <a:pPr marL="0" lvl="0" indent="0" algn="l" rtl="0">
              <a:spcBef>
                <a:spcPts val="0"/>
              </a:spcBef>
              <a:spcAft>
                <a:spcPts val="0"/>
              </a:spcAft>
              <a:buClr>
                <a:schemeClr val="dk1"/>
              </a:buClr>
              <a:buSzPts val="1100"/>
              <a:buFont typeface="Arial"/>
              <a:buNone/>
            </a:pPr>
            <a:r>
              <a:rPr lang="en-US"/>
              <a:t>    }</a:t>
            </a:r>
            <a:endParaRPr/>
          </a:p>
          <a:p>
            <a:pPr marL="0" lvl="0" indent="0" algn="l" rtl="0">
              <a:spcBef>
                <a:spcPts val="0"/>
              </a:spcBef>
              <a:spcAft>
                <a:spcPts val="0"/>
              </a:spcAft>
              <a:buClr>
                <a:schemeClr val="dk1"/>
              </a:buClr>
              <a:buSzPts val="1100"/>
              <a:buFont typeface="Arial"/>
              <a:buNone/>
            </a:pPr>
            <a:r>
              <a:rPr lang="en-US"/>
              <a:t>}</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
        <p:nvSpPr>
          <p:cNvPr id="223" name="Google Shape;223;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9" name="Google Shape;249;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3550a76cbc_1_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g33550a76cbc_1_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3550a76cbc_1_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g33550a76cbc_1_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52"/>
          <p:cNvSpPr/>
          <p:nvPr/>
        </p:nvSpPr>
        <p:spPr>
          <a:xfrm>
            <a:off x="0" y="0"/>
            <a:ext cx="752475" cy="6858000"/>
          </a:xfrm>
          <a:prstGeom prst="rect">
            <a:avLst/>
          </a:prstGeom>
          <a:gradFill>
            <a:gsLst>
              <a:gs pos="0">
                <a:srgbClr val="FEAC69"/>
              </a:gs>
              <a:gs pos="50000">
                <a:schemeClr val="accent1"/>
              </a:gs>
              <a:gs pos="100000">
                <a:srgbClr val="992E2C"/>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 name="Google Shape;20;p52"/>
          <p:cNvSpPr txBox="1">
            <a:spLocks noGrp="1"/>
          </p:cNvSpPr>
          <p:nvPr>
            <p:ph type="ctrTitle"/>
          </p:nvPr>
        </p:nvSpPr>
        <p:spPr>
          <a:xfrm>
            <a:off x="1216152" y="1267485"/>
            <a:ext cx="7235981" cy="5133316"/>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1"/>
              </a:buClr>
              <a:buSzPts val="11500"/>
              <a:buFont typeface="Calibri"/>
              <a:buNone/>
              <a:defRPr sz="1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52"/>
          <p:cNvSpPr txBox="1">
            <a:spLocks noGrp="1"/>
          </p:cNvSpPr>
          <p:nvPr>
            <p:ph type="subTitle" idx="1"/>
          </p:nvPr>
        </p:nvSpPr>
        <p:spPr>
          <a:xfrm>
            <a:off x="1216151" y="201702"/>
            <a:ext cx="6189583" cy="949569"/>
          </a:xfrm>
          <a:prstGeom prst="rect">
            <a:avLst/>
          </a:prstGeom>
          <a:noFill/>
          <a:ln>
            <a:noFill/>
          </a:ln>
        </p:spPr>
        <p:txBody>
          <a:bodyPr spcFirstLastPara="1" wrap="square" lIns="91425" tIns="45700" rIns="91425" bIns="45700" anchor="t" anchorCtr="0">
            <a:normAutofit/>
          </a:bodyPr>
          <a:lstStyle>
            <a:lvl1pPr lvl="0" algn="r">
              <a:spcBef>
                <a:spcPts val="480"/>
              </a:spcBef>
              <a:spcAft>
                <a:spcPts val="0"/>
              </a:spcAft>
              <a:buClr>
                <a:srgbClr val="A59B98"/>
              </a:buClr>
              <a:buSzPts val="2400"/>
              <a:buNone/>
              <a:defRPr sz="2400">
                <a:solidFill>
                  <a:srgbClr val="A59B98"/>
                </a:solidFill>
              </a:defRPr>
            </a:lvl1pPr>
            <a:lvl2pPr lvl="1" algn="ctr">
              <a:spcBef>
                <a:spcPts val="360"/>
              </a:spcBef>
              <a:spcAft>
                <a:spcPts val="0"/>
              </a:spcAft>
              <a:buClr>
                <a:srgbClr val="949AA0"/>
              </a:buClr>
              <a:buSzPts val="1800"/>
              <a:buNone/>
              <a:defRPr>
                <a:solidFill>
                  <a:srgbClr val="949AA0"/>
                </a:solidFill>
              </a:defRPr>
            </a:lvl2pPr>
            <a:lvl3pPr lvl="2" algn="ctr">
              <a:spcBef>
                <a:spcPts val="360"/>
              </a:spcBef>
              <a:spcAft>
                <a:spcPts val="0"/>
              </a:spcAft>
              <a:buClr>
                <a:srgbClr val="949AA0"/>
              </a:buClr>
              <a:buSzPts val="1800"/>
              <a:buNone/>
              <a:defRPr>
                <a:solidFill>
                  <a:srgbClr val="949AA0"/>
                </a:solidFill>
              </a:defRPr>
            </a:lvl3pPr>
            <a:lvl4pPr lvl="3" algn="ctr">
              <a:spcBef>
                <a:spcPts val="360"/>
              </a:spcBef>
              <a:spcAft>
                <a:spcPts val="0"/>
              </a:spcAft>
              <a:buClr>
                <a:srgbClr val="949AA0"/>
              </a:buClr>
              <a:buSzPts val="1800"/>
              <a:buNone/>
              <a:defRPr>
                <a:solidFill>
                  <a:srgbClr val="949AA0"/>
                </a:solidFill>
              </a:defRPr>
            </a:lvl4pPr>
            <a:lvl5pPr lvl="4" algn="ctr">
              <a:spcBef>
                <a:spcPts val="360"/>
              </a:spcBef>
              <a:spcAft>
                <a:spcPts val="0"/>
              </a:spcAft>
              <a:buClr>
                <a:srgbClr val="949AA0"/>
              </a:buClr>
              <a:buSzPts val="1800"/>
              <a:buNone/>
              <a:defRPr>
                <a:solidFill>
                  <a:srgbClr val="949AA0"/>
                </a:solidFill>
              </a:defRPr>
            </a:lvl5pPr>
            <a:lvl6pPr lvl="5" algn="ctr">
              <a:spcBef>
                <a:spcPts val="360"/>
              </a:spcBef>
              <a:spcAft>
                <a:spcPts val="0"/>
              </a:spcAft>
              <a:buSzPts val="1800"/>
              <a:buNone/>
              <a:defRPr>
                <a:solidFill>
                  <a:srgbClr val="949AA0"/>
                </a:solidFill>
              </a:defRPr>
            </a:lvl6pPr>
            <a:lvl7pPr lvl="6" algn="ctr">
              <a:spcBef>
                <a:spcPts val="360"/>
              </a:spcBef>
              <a:spcAft>
                <a:spcPts val="0"/>
              </a:spcAft>
              <a:buClr>
                <a:srgbClr val="949AA0"/>
              </a:buClr>
              <a:buSzPts val="1800"/>
              <a:buNone/>
              <a:defRPr>
                <a:solidFill>
                  <a:srgbClr val="949AA0"/>
                </a:solidFill>
              </a:defRPr>
            </a:lvl7pPr>
            <a:lvl8pPr lvl="7" algn="ctr">
              <a:spcBef>
                <a:spcPts val="360"/>
              </a:spcBef>
              <a:spcAft>
                <a:spcPts val="0"/>
              </a:spcAft>
              <a:buSzPts val="1800"/>
              <a:buNone/>
              <a:defRPr>
                <a:solidFill>
                  <a:srgbClr val="949AA0"/>
                </a:solidFill>
              </a:defRPr>
            </a:lvl8pPr>
            <a:lvl9pPr lvl="8" algn="ctr">
              <a:spcBef>
                <a:spcPts val="360"/>
              </a:spcBef>
              <a:spcAft>
                <a:spcPts val="0"/>
              </a:spcAft>
              <a:buSzPts val="1800"/>
              <a:buNone/>
              <a:defRPr>
                <a:solidFill>
                  <a:srgbClr val="949AA0"/>
                </a:solidFill>
              </a:defRPr>
            </a:lvl9pPr>
          </a:lstStyle>
          <a:p>
            <a:endParaRPr/>
          </a:p>
        </p:txBody>
      </p:sp>
      <p:sp>
        <p:nvSpPr>
          <p:cNvPr id="22" name="Google Shape;22;p52"/>
          <p:cNvSpPr txBox="1">
            <a:spLocks noGrp="1"/>
          </p:cNvSpPr>
          <p:nvPr>
            <p:ph type="dt" idx="10"/>
          </p:nvPr>
        </p:nvSpPr>
        <p:spPr>
          <a:xfrm rot="-5400000">
            <a:off x="-1198682" y="4821116"/>
            <a:ext cx="2625969"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52"/>
          <p:cNvSpPr txBox="1">
            <a:spLocks noGrp="1"/>
          </p:cNvSpPr>
          <p:nvPr>
            <p:ph type="ftr" idx="11"/>
          </p:nvPr>
        </p:nvSpPr>
        <p:spPr>
          <a:xfrm>
            <a:off x="1259680" y="6553200"/>
            <a:ext cx="7162800"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52"/>
          <p:cNvSpPr txBox="1">
            <a:spLocks noGrp="1"/>
          </p:cNvSpPr>
          <p:nvPr>
            <p:ph type="sldNum" idx="12"/>
          </p:nvPr>
        </p:nvSpPr>
        <p:spPr>
          <a:xfrm>
            <a:off x="8150469" y="236415"/>
            <a:ext cx="78530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400" b="0">
                <a:solidFill>
                  <a:srgbClr val="A59B98"/>
                </a:solidFill>
                <a:latin typeface="Calibri"/>
                <a:ea typeface="Calibri"/>
                <a:cs typeface="Calibri"/>
                <a:sym typeface="Calibri"/>
              </a:defRPr>
            </a:lvl1pPr>
            <a:lvl2pPr marL="0" lvl="1" indent="0" algn="l">
              <a:spcBef>
                <a:spcPts val="0"/>
              </a:spcBef>
              <a:buNone/>
              <a:defRPr sz="1400" b="0">
                <a:solidFill>
                  <a:srgbClr val="A59B98"/>
                </a:solidFill>
                <a:latin typeface="Calibri"/>
                <a:ea typeface="Calibri"/>
                <a:cs typeface="Calibri"/>
                <a:sym typeface="Calibri"/>
              </a:defRPr>
            </a:lvl2pPr>
            <a:lvl3pPr marL="0" lvl="2" indent="0" algn="l">
              <a:spcBef>
                <a:spcPts val="0"/>
              </a:spcBef>
              <a:buNone/>
              <a:defRPr sz="1400" b="0">
                <a:solidFill>
                  <a:srgbClr val="A59B98"/>
                </a:solidFill>
                <a:latin typeface="Calibri"/>
                <a:ea typeface="Calibri"/>
                <a:cs typeface="Calibri"/>
                <a:sym typeface="Calibri"/>
              </a:defRPr>
            </a:lvl3pPr>
            <a:lvl4pPr marL="0" lvl="3" indent="0" algn="l">
              <a:spcBef>
                <a:spcPts val="0"/>
              </a:spcBef>
              <a:buNone/>
              <a:defRPr sz="1400" b="0">
                <a:solidFill>
                  <a:srgbClr val="A59B98"/>
                </a:solidFill>
                <a:latin typeface="Calibri"/>
                <a:ea typeface="Calibri"/>
                <a:cs typeface="Calibri"/>
                <a:sym typeface="Calibri"/>
              </a:defRPr>
            </a:lvl4pPr>
            <a:lvl5pPr marL="0" lvl="4" indent="0" algn="l">
              <a:spcBef>
                <a:spcPts val="0"/>
              </a:spcBef>
              <a:buNone/>
              <a:defRPr sz="1400" b="0">
                <a:solidFill>
                  <a:srgbClr val="A59B98"/>
                </a:solidFill>
                <a:latin typeface="Calibri"/>
                <a:ea typeface="Calibri"/>
                <a:cs typeface="Calibri"/>
                <a:sym typeface="Calibri"/>
              </a:defRPr>
            </a:lvl5pPr>
            <a:lvl6pPr marL="0" lvl="5" indent="0" algn="l">
              <a:spcBef>
                <a:spcPts val="0"/>
              </a:spcBef>
              <a:buNone/>
              <a:defRPr sz="1400" b="0">
                <a:solidFill>
                  <a:srgbClr val="A59B98"/>
                </a:solidFill>
                <a:latin typeface="Calibri"/>
                <a:ea typeface="Calibri"/>
                <a:cs typeface="Calibri"/>
                <a:sym typeface="Calibri"/>
              </a:defRPr>
            </a:lvl6pPr>
            <a:lvl7pPr marL="0" lvl="6" indent="0" algn="l">
              <a:spcBef>
                <a:spcPts val="0"/>
              </a:spcBef>
              <a:buNone/>
              <a:defRPr sz="1400" b="0">
                <a:solidFill>
                  <a:srgbClr val="A59B98"/>
                </a:solidFill>
                <a:latin typeface="Calibri"/>
                <a:ea typeface="Calibri"/>
                <a:cs typeface="Calibri"/>
                <a:sym typeface="Calibri"/>
              </a:defRPr>
            </a:lvl7pPr>
            <a:lvl8pPr marL="0" lvl="7" indent="0" algn="l">
              <a:spcBef>
                <a:spcPts val="0"/>
              </a:spcBef>
              <a:buNone/>
              <a:defRPr sz="1400" b="0">
                <a:solidFill>
                  <a:srgbClr val="A59B98"/>
                </a:solidFill>
                <a:latin typeface="Calibri"/>
                <a:ea typeface="Calibri"/>
                <a:cs typeface="Calibri"/>
                <a:sym typeface="Calibri"/>
              </a:defRPr>
            </a:lvl8pPr>
            <a:lvl9pPr marL="0" lvl="8" indent="0" algn="l">
              <a:spcBef>
                <a:spcPts val="0"/>
              </a:spcBef>
              <a:buNone/>
              <a:defRPr sz="1400" b="0">
                <a:solidFill>
                  <a:srgbClr val="A59B9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grpSp>
        <p:nvGrpSpPr>
          <p:cNvPr id="25" name="Google Shape;25;p52"/>
          <p:cNvGrpSpPr/>
          <p:nvPr/>
        </p:nvGrpSpPr>
        <p:grpSpPr>
          <a:xfrm>
            <a:off x="7467600" y="209550"/>
            <a:ext cx="657226" cy="431800"/>
            <a:chOff x="7467600" y="209550"/>
            <a:chExt cx="657226" cy="431800"/>
          </a:xfrm>
        </p:grpSpPr>
        <p:sp>
          <p:nvSpPr>
            <p:cNvPr id="26" name="Google Shape;26;p52"/>
            <p:cNvSpPr/>
            <p:nvPr/>
          </p:nvSpPr>
          <p:spPr>
            <a:xfrm>
              <a:off x="7467600" y="209550"/>
              <a:ext cx="242887" cy="431800"/>
            </a:xfrm>
            <a:custGeom>
              <a:avLst/>
              <a:gdLst/>
              <a:ahLst/>
              <a:cxnLst/>
              <a:rect l="l" t="t" r="r" b="b"/>
              <a:pathLst>
                <a:path w="153" h="272" extrusionOk="0">
                  <a:moveTo>
                    <a:pt x="62" y="0"/>
                  </a:moveTo>
                  <a:lnTo>
                    <a:pt x="0" y="0"/>
                  </a:lnTo>
                  <a:lnTo>
                    <a:pt x="89" y="136"/>
                  </a:lnTo>
                  <a:lnTo>
                    <a:pt x="89" y="136"/>
                  </a:lnTo>
                  <a:lnTo>
                    <a:pt x="0" y="272"/>
                  </a:lnTo>
                  <a:lnTo>
                    <a:pt x="62" y="272"/>
                  </a:lnTo>
                  <a:lnTo>
                    <a:pt x="153" y="136"/>
                  </a:lnTo>
                  <a:lnTo>
                    <a:pt x="62" y="0"/>
                  </a:lnTo>
                  <a:close/>
                </a:path>
              </a:pathLst>
            </a:custGeom>
            <a:solidFill>
              <a:srgbClr val="A59B9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 name="Google Shape;27;p52"/>
            <p:cNvSpPr/>
            <p:nvPr/>
          </p:nvSpPr>
          <p:spPr>
            <a:xfrm>
              <a:off x="7677151" y="209550"/>
              <a:ext cx="242887" cy="431800"/>
            </a:xfrm>
            <a:custGeom>
              <a:avLst/>
              <a:gdLst/>
              <a:ahLst/>
              <a:cxnLst/>
              <a:rect l="l" t="t" r="r" b="b"/>
              <a:pathLst>
                <a:path w="153" h="272" extrusionOk="0">
                  <a:moveTo>
                    <a:pt x="62" y="0"/>
                  </a:moveTo>
                  <a:lnTo>
                    <a:pt x="0" y="0"/>
                  </a:lnTo>
                  <a:lnTo>
                    <a:pt x="89" y="136"/>
                  </a:lnTo>
                  <a:lnTo>
                    <a:pt x="89" y="136"/>
                  </a:lnTo>
                  <a:lnTo>
                    <a:pt x="0" y="272"/>
                  </a:lnTo>
                  <a:lnTo>
                    <a:pt x="62" y="272"/>
                  </a:lnTo>
                  <a:lnTo>
                    <a:pt x="153" y="136"/>
                  </a:lnTo>
                  <a:lnTo>
                    <a:pt x="62" y="0"/>
                  </a:lnTo>
                  <a:close/>
                </a:path>
              </a:pathLst>
            </a:custGeom>
            <a:solidFill>
              <a:srgbClr val="A59B9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 name="Google Shape;28;p52"/>
            <p:cNvSpPr/>
            <p:nvPr/>
          </p:nvSpPr>
          <p:spPr>
            <a:xfrm>
              <a:off x="7881939" y="209550"/>
              <a:ext cx="242887" cy="431800"/>
            </a:xfrm>
            <a:custGeom>
              <a:avLst/>
              <a:gdLst/>
              <a:ahLst/>
              <a:cxnLst/>
              <a:rect l="l" t="t" r="r" b="b"/>
              <a:pathLst>
                <a:path w="153" h="272" extrusionOk="0">
                  <a:moveTo>
                    <a:pt x="62" y="0"/>
                  </a:moveTo>
                  <a:lnTo>
                    <a:pt x="0" y="0"/>
                  </a:lnTo>
                  <a:lnTo>
                    <a:pt x="89" y="136"/>
                  </a:lnTo>
                  <a:lnTo>
                    <a:pt x="89" y="136"/>
                  </a:lnTo>
                  <a:lnTo>
                    <a:pt x="0" y="272"/>
                  </a:lnTo>
                  <a:lnTo>
                    <a:pt x="62" y="272"/>
                  </a:lnTo>
                  <a:lnTo>
                    <a:pt x="153" y="136"/>
                  </a:lnTo>
                  <a:lnTo>
                    <a:pt x="62" y="0"/>
                  </a:lnTo>
                  <a:close/>
                </a:path>
              </a:pathLst>
            </a:custGeom>
            <a:solidFill>
              <a:srgbClr val="A59B9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500"/>
                                  </p:stCondLst>
                                  <p:childTnLst>
                                    <p:animEffect transition="out" filter="fade">
                                      <p:cBhvr>
                                        <p:cTn id="6" dur="2000"/>
                                        <p:tgtEl>
                                          <p:spTgt spid="19"/>
                                        </p:tgtEl>
                                      </p:cBhvr>
                                    </p:animEffect>
                                    <p:set>
                                      <p:cBhvr>
                                        <p:cTn id="7" dur="1" fill="hold">
                                          <p:stCondLst>
                                            <p:cond delay="2000"/>
                                          </p:stCondLst>
                                        </p:cTn>
                                        <p:tgtEl>
                                          <p:spTgt spid="19"/>
                                        </p:tgtEl>
                                        <p:attrNameLst>
                                          <p:attrName>style.visibility</p:attrName>
                                        </p:attrNameLst>
                                      </p:cBhvr>
                                      <p:to>
                                        <p:strVal val="hidden"/>
                                      </p:to>
                                    </p:se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2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
        <p:cNvGrpSpPr/>
        <p:nvPr/>
      </p:nvGrpSpPr>
      <p:grpSpPr>
        <a:xfrm>
          <a:off x="0" y="0"/>
          <a:ext cx="0" cy="0"/>
          <a:chOff x="0" y="0"/>
          <a:chExt cx="0" cy="0"/>
        </a:xfrm>
      </p:grpSpPr>
      <p:sp>
        <p:nvSpPr>
          <p:cNvPr id="30" name="Google Shape;30;p53"/>
          <p:cNvSpPr txBox="1">
            <a:spLocks noGrp="1"/>
          </p:cNvSpPr>
          <p:nvPr>
            <p:ph type="title"/>
          </p:nvPr>
        </p:nvSpPr>
        <p:spPr>
          <a:xfrm>
            <a:off x="1219200" y="5257800"/>
            <a:ext cx="72390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1"/>
              </a:buClr>
              <a:buSzPts val="7200"/>
              <a:buFont typeface="Calibri"/>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3"/>
          <p:cNvSpPr txBox="1">
            <a:spLocks noGrp="1"/>
          </p:cNvSpPr>
          <p:nvPr>
            <p:ph type="body" idx="1"/>
          </p:nvPr>
        </p:nvSpPr>
        <p:spPr>
          <a:xfrm>
            <a:off x="1219200" y="838200"/>
            <a:ext cx="7467600" cy="44196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2"/>
              </a:buClr>
              <a:buSzPts val="2800"/>
              <a:buChar char="»"/>
              <a:defRPr sz="2800"/>
            </a:lvl1pPr>
            <a:lvl2pPr marL="914400" lvl="1" indent="-342900" algn="l">
              <a:spcBef>
                <a:spcPts val="360"/>
              </a:spcBef>
              <a:spcAft>
                <a:spcPts val="0"/>
              </a:spcAft>
              <a:buClr>
                <a:schemeClr val="dk1"/>
              </a:buClr>
              <a:buSzPts val="1800"/>
              <a:buChar char="˃"/>
              <a:defRPr sz="1800">
                <a:solidFill>
                  <a:schemeClr val="dk1"/>
                </a:solidFill>
              </a:defRPr>
            </a:lvl2pPr>
            <a:lvl3pPr marL="1371600" lvl="2" indent="-342900" algn="l">
              <a:spcBef>
                <a:spcPts val="360"/>
              </a:spcBef>
              <a:spcAft>
                <a:spcPts val="0"/>
              </a:spcAft>
              <a:buClr>
                <a:schemeClr val="dk1"/>
              </a:buClr>
              <a:buSzPts val="1800"/>
              <a:buChar char="+"/>
              <a:defRPr sz="1800">
                <a:solidFill>
                  <a:schemeClr val="dk1"/>
                </a:solidFill>
              </a:defRPr>
            </a:lvl3pPr>
            <a:lvl4pPr marL="1828800" lvl="3" indent="-342900" algn="l">
              <a:spcBef>
                <a:spcPts val="360"/>
              </a:spcBef>
              <a:spcAft>
                <a:spcPts val="0"/>
              </a:spcAft>
              <a:buClr>
                <a:schemeClr val="dk1"/>
              </a:buClr>
              <a:buSzPts val="1800"/>
              <a:buChar char="–"/>
              <a:defRPr sz="1800">
                <a:solidFill>
                  <a:schemeClr val="dk1"/>
                </a:solidFill>
              </a:defRPr>
            </a:lvl4pPr>
            <a:lvl5pPr marL="2286000" lvl="4" indent="-342900" algn="l">
              <a:spcBef>
                <a:spcPts val="360"/>
              </a:spcBef>
              <a:spcAft>
                <a:spcPts val="0"/>
              </a:spcAft>
              <a:buClr>
                <a:schemeClr val="dk1"/>
              </a:buClr>
              <a:buSzPts val="1800"/>
              <a:buChar char="»"/>
              <a:defRPr sz="1800">
                <a:solidFill>
                  <a:schemeClr val="dk1"/>
                </a:solidFill>
              </a:defRPr>
            </a:lvl5pPr>
            <a:lvl6pPr marL="2743200" lvl="5" indent="-342900" algn="l">
              <a:spcBef>
                <a:spcPts val="360"/>
              </a:spcBef>
              <a:spcAft>
                <a:spcPts val="0"/>
              </a:spcAft>
              <a:buSzPts val="1800"/>
              <a:buChar char="&gt;"/>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32" name="Google Shape;32;p53"/>
          <p:cNvSpPr txBox="1">
            <a:spLocks noGrp="1"/>
          </p:cNvSpPr>
          <p:nvPr>
            <p:ph type="dt" idx="10"/>
          </p:nvPr>
        </p:nvSpPr>
        <p:spPr>
          <a:xfrm rot="-5400000">
            <a:off x="-1198682" y="4821116"/>
            <a:ext cx="2625969"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53"/>
          <p:cNvSpPr txBox="1">
            <a:spLocks noGrp="1"/>
          </p:cNvSpPr>
          <p:nvPr>
            <p:ph type="sldNum" idx="12"/>
          </p:nvPr>
        </p:nvSpPr>
        <p:spPr>
          <a:xfrm>
            <a:off x="8686800" y="5740400"/>
            <a:ext cx="3810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34" name="Google Shape;34;p53"/>
          <p:cNvSpPr txBox="1">
            <a:spLocks noGrp="1"/>
          </p:cNvSpPr>
          <p:nvPr>
            <p:ph type="ftr" idx="11"/>
          </p:nvPr>
        </p:nvSpPr>
        <p:spPr>
          <a:xfrm>
            <a:off x="1259680" y="6553200"/>
            <a:ext cx="7162800"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Text, and 2 Content" type="txAndTwoObj">
  <p:cSld name="TEXT_AND_TWO_OBJECTS">
    <p:spTree>
      <p:nvGrpSpPr>
        <p:cNvPr id="1" name="Shape 35"/>
        <p:cNvGrpSpPr/>
        <p:nvPr/>
      </p:nvGrpSpPr>
      <p:grpSpPr>
        <a:xfrm>
          <a:off x="0" y="0"/>
          <a:ext cx="0" cy="0"/>
          <a:chOff x="0" y="0"/>
          <a:chExt cx="0" cy="0"/>
        </a:xfrm>
      </p:grpSpPr>
      <p:sp>
        <p:nvSpPr>
          <p:cNvPr id="36" name="Google Shape;36;p54"/>
          <p:cNvSpPr txBox="1">
            <a:spLocks noGrp="1"/>
          </p:cNvSpPr>
          <p:nvPr>
            <p:ph type="title"/>
          </p:nvPr>
        </p:nvSpPr>
        <p:spPr>
          <a:xfrm>
            <a:off x="7086600" y="152400"/>
            <a:ext cx="2057400" cy="70167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54"/>
          <p:cNvSpPr txBox="1">
            <a:spLocks noGrp="1"/>
          </p:cNvSpPr>
          <p:nvPr>
            <p:ph type="body" idx="1"/>
          </p:nvPr>
        </p:nvSpPr>
        <p:spPr>
          <a:xfrm>
            <a:off x="7162800" y="1166813"/>
            <a:ext cx="914400" cy="2109787"/>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2"/>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SzPts val="1800"/>
              <a:buChar char="&gt;"/>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38" name="Google Shape;38;p54"/>
          <p:cNvSpPr txBox="1">
            <a:spLocks noGrp="1"/>
          </p:cNvSpPr>
          <p:nvPr>
            <p:ph type="body" idx="2"/>
          </p:nvPr>
        </p:nvSpPr>
        <p:spPr>
          <a:xfrm>
            <a:off x="8229600" y="1166813"/>
            <a:ext cx="914400" cy="9779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2"/>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SzPts val="1800"/>
              <a:buChar char="&gt;"/>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39" name="Google Shape;39;p54"/>
          <p:cNvSpPr txBox="1">
            <a:spLocks noGrp="1"/>
          </p:cNvSpPr>
          <p:nvPr>
            <p:ph type="body" idx="3"/>
          </p:nvPr>
        </p:nvSpPr>
        <p:spPr>
          <a:xfrm>
            <a:off x="8229600" y="2297113"/>
            <a:ext cx="914400" cy="979487"/>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2"/>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SzPts val="1800"/>
              <a:buChar char="&gt;"/>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0" name="Google Shape;40;p54"/>
          <p:cNvSpPr txBox="1">
            <a:spLocks noGrp="1"/>
          </p:cNvSpPr>
          <p:nvPr>
            <p:ph type="sldNum" idx="12"/>
          </p:nvPr>
        </p:nvSpPr>
        <p:spPr>
          <a:xfrm>
            <a:off x="7010400" y="0"/>
            <a:ext cx="2133600" cy="476250"/>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200" b="0">
                <a:solidFill>
                  <a:srgbClr val="A59B98"/>
                </a:solidFill>
                <a:latin typeface="Calibri"/>
                <a:ea typeface="Calibri"/>
                <a:cs typeface="Calibri"/>
                <a:sym typeface="Calibri"/>
              </a:defRPr>
            </a:lvl1pPr>
            <a:lvl2pPr marL="0" lvl="1" indent="0" algn="l">
              <a:spcBef>
                <a:spcPts val="0"/>
              </a:spcBef>
              <a:buNone/>
              <a:defRPr sz="1200" b="0">
                <a:solidFill>
                  <a:srgbClr val="A59B98"/>
                </a:solidFill>
                <a:latin typeface="Calibri"/>
                <a:ea typeface="Calibri"/>
                <a:cs typeface="Calibri"/>
                <a:sym typeface="Calibri"/>
              </a:defRPr>
            </a:lvl2pPr>
            <a:lvl3pPr marL="0" lvl="2" indent="0" algn="l">
              <a:spcBef>
                <a:spcPts val="0"/>
              </a:spcBef>
              <a:buNone/>
              <a:defRPr sz="1200" b="0">
                <a:solidFill>
                  <a:srgbClr val="A59B98"/>
                </a:solidFill>
                <a:latin typeface="Calibri"/>
                <a:ea typeface="Calibri"/>
                <a:cs typeface="Calibri"/>
                <a:sym typeface="Calibri"/>
              </a:defRPr>
            </a:lvl3pPr>
            <a:lvl4pPr marL="0" lvl="3" indent="0" algn="l">
              <a:spcBef>
                <a:spcPts val="0"/>
              </a:spcBef>
              <a:buNone/>
              <a:defRPr sz="1200" b="0">
                <a:solidFill>
                  <a:srgbClr val="A59B98"/>
                </a:solidFill>
                <a:latin typeface="Calibri"/>
                <a:ea typeface="Calibri"/>
                <a:cs typeface="Calibri"/>
                <a:sym typeface="Calibri"/>
              </a:defRPr>
            </a:lvl4pPr>
            <a:lvl5pPr marL="0" lvl="4" indent="0" algn="l">
              <a:spcBef>
                <a:spcPts val="0"/>
              </a:spcBef>
              <a:buNone/>
              <a:defRPr sz="1200" b="0">
                <a:solidFill>
                  <a:srgbClr val="A59B98"/>
                </a:solidFill>
                <a:latin typeface="Calibri"/>
                <a:ea typeface="Calibri"/>
                <a:cs typeface="Calibri"/>
                <a:sym typeface="Calibri"/>
              </a:defRPr>
            </a:lvl5pPr>
            <a:lvl6pPr marL="0" lvl="5" indent="0" algn="l">
              <a:spcBef>
                <a:spcPts val="0"/>
              </a:spcBef>
              <a:buNone/>
              <a:defRPr sz="1200" b="0">
                <a:solidFill>
                  <a:srgbClr val="A59B98"/>
                </a:solidFill>
                <a:latin typeface="Calibri"/>
                <a:ea typeface="Calibri"/>
                <a:cs typeface="Calibri"/>
                <a:sym typeface="Calibri"/>
              </a:defRPr>
            </a:lvl6pPr>
            <a:lvl7pPr marL="0" lvl="6" indent="0" algn="l">
              <a:spcBef>
                <a:spcPts val="0"/>
              </a:spcBef>
              <a:buNone/>
              <a:defRPr sz="1200" b="0">
                <a:solidFill>
                  <a:srgbClr val="A59B98"/>
                </a:solidFill>
                <a:latin typeface="Calibri"/>
                <a:ea typeface="Calibri"/>
                <a:cs typeface="Calibri"/>
                <a:sym typeface="Calibri"/>
              </a:defRPr>
            </a:lvl7pPr>
            <a:lvl8pPr marL="0" lvl="7" indent="0" algn="l">
              <a:spcBef>
                <a:spcPts val="0"/>
              </a:spcBef>
              <a:buNone/>
              <a:defRPr sz="1200" b="0">
                <a:solidFill>
                  <a:srgbClr val="A59B98"/>
                </a:solidFill>
                <a:latin typeface="Calibri"/>
                <a:ea typeface="Calibri"/>
                <a:cs typeface="Calibri"/>
                <a:sym typeface="Calibri"/>
              </a:defRPr>
            </a:lvl8pPr>
            <a:lvl9pPr marL="0" lvl="8" indent="0" algn="l">
              <a:spcBef>
                <a:spcPts val="0"/>
              </a:spcBef>
              <a:buNone/>
              <a:defRPr sz="1200" b="0">
                <a:solidFill>
                  <a:srgbClr val="A59B9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41"/>
        <p:cNvGrpSpPr/>
        <p:nvPr/>
      </p:nvGrpSpPr>
      <p:grpSpPr>
        <a:xfrm>
          <a:off x="0" y="0"/>
          <a:ext cx="0" cy="0"/>
          <a:chOff x="0" y="0"/>
          <a:chExt cx="0" cy="0"/>
        </a:xfrm>
      </p:grpSpPr>
      <p:sp>
        <p:nvSpPr>
          <p:cNvPr id="42" name="Google Shape;42;p55"/>
          <p:cNvSpPr txBox="1">
            <a:spLocks noGrp="1"/>
          </p:cNvSpPr>
          <p:nvPr>
            <p:ph type="title"/>
          </p:nvPr>
        </p:nvSpPr>
        <p:spPr>
          <a:xfrm>
            <a:off x="7086600" y="152400"/>
            <a:ext cx="2057400" cy="70167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55"/>
          <p:cNvSpPr txBox="1">
            <a:spLocks noGrp="1"/>
          </p:cNvSpPr>
          <p:nvPr>
            <p:ph type="body" idx="1"/>
          </p:nvPr>
        </p:nvSpPr>
        <p:spPr>
          <a:xfrm>
            <a:off x="7162800" y="1166813"/>
            <a:ext cx="914400" cy="2109787"/>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2"/>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SzPts val="1800"/>
              <a:buChar char="&gt;"/>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4" name="Google Shape;44;p55"/>
          <p:cNvSpPr txBox="1">
            <a:spLocks noGrp="1"/>
          </p:cNvSpPr>
          <p:nvPr>
            <p:ph type="body" idx="2"/>
          </p:nvPr>
        </p:nvSpPr>
        <p:spPr>
          <a:xfrm>
            <a:off x="8229600" y="1166813"/>
            <a:ext cx="914400" cy="2109787"/>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2"/>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SzPts val="1800"/>
              <a:buChar char="&gt;"/>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45" name="Google Shape;45;p55"/>
          <p:cNvSpPr txBox="1">
            <a:spLocks noGrp="1"/>
          </p:cNvSpPr>
          <p:nvPr>
            <p:ph type="sldNum" idx="12"/>
          </p:nvPr>
        </p:nvSpPr>
        <p:spPr>
          <a:xfrm>
            <a:off x="7010400" y="0"/>
            <a:ext cx="2133600" cy="476250"/>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200" b="0">
                <a:solidFill>
                  <a:srgbClr val="A59B98"/>
                </a:solidFill>
                <a:latin typeface="Calibri"/>
                <a:ea typeface="Calibri"/>
                <a:cs typeface="Calibri"/>
                <a:sym typeface="Calibri"/>
              </a:defRPr>
            </a:lvl1pPr>
            <a:lvl2pPr marL="0" lvl="1" indent="0" algn="l">
              <a:spcBef>
                <a:spcPts val="0"/>
              </a:spcBef>
              <a:buNone/>
              <a:defRPr sz="1200" b="0">
                <a:solidFill>
                  <a:srgbClr val="A59B98"/>
                </a:solidFill>
                <a:latin typeface="Calibri"/>
                <a:ea typeface="Calibri"/>
                <a:cs typeface="Calibri"/>
                <a:sym typeface="Calibri"/>
              </a:defRPr>
            </a:lvl2pPr>
            <a:lvl3pPr marL="0" lvl="2" indent="0" algn="l">
              <a:spcBef>
                <a:spcPts val="0"/>
              </a:spcBef>
              <a:buNone/>
              <a:defRPr sz="1200" b="0">
                <a:solidFill>
                  <a:srgbClr val="A59B98"/>
                </a:solidFill>
                <a:latin typeface="Calibri"/>
                <a:ea typeface="Calibri"/>
                <a:cs typeface="Calibri"/>
                <a:sym typeface="Calibri"/>
              </a:defRPr>
            </a:lvl3pPr>
            <a:lvl4pPr marL="0" lvl="3" indent="0" algn="l">
              <a:spcBef>
                <a:spcPts val="0"/>
              </a:spcBef>
              <a:buNone/>
              <a:defRPr sz="1200" b="0">
                <a:solidFill>
                  <a:srgbClr val="A59B98"/>
                </a:solidFill>
                <a:latin typeface="Calibri"/>
                <a:ea typeface="Calibri"/>
                <a:cs typeface="Calibri"/>
                <a:sym typeface="Calibri"/>
              </a:defRPr>
            </a:lvl4pPr>
            <a:lvl5pPr marL="0" lvl="4" indent="0" algn="l">
              <a:spcBef>
                <a:spcPts val="0"/>
              </a:spcBef>
              <a:buNone/>
              <a:defRPr sz="1200" b="0">
                <a:solidFill>
                  <a:srgbClr val="A59B98"/>
                </a:solidFill>
                <a:latin typeface="Calibri"/>
                <a:ea typeface="Calibri"/>
                <a:cs typeface="Calibri"/>
                <a:sym typeface="Calibri"/>
              </a:defRPr>
            </a:lvl5pPr>
            <a:lvl6pPr marL="0" lvl="5" indent="0" algn="l">
              <a:spcBef>
                <a:spcPts val="0"/>
              </a:spcBef>
              <a:buNone/>
              <a:defRPr sz="1200" b="0">
                <a:solidFill>
                  <a:srgbClr val="A59B98"/>
                </a:solidFill>
                <a:latin typeface="Calibri"/>
                <a:ea typeface="Calibri"/>
                <a:cs typeface="Calibri"/>
                <a:sym typeface="Calibri"/>
              </a:defRPr>
            </a:lvl6pPr>
            <a:lvl7pPr marL="0" lvl="6" indent="0" algn="l">
              <a:spcBef>
                <a:spcPts val="0"/>
              </a:spcBef>
              <a:buNone/>
              <a:defRPr sz="1200" b="0">
                <a:solidFill>
                  <a:srgbClr val="A59B98"/>
                </a:solidFill>
                <a:latin typeface="Calibri"/>
                <a:ea typeface="Calibri"/>
                <a:cs typeface="Calibri"/>
                <a:sym typeface="Calibri"/>
              </a:defRPr>
            </a:lvl7pPr>
            <a:lvl8pPr marL="0" lvl="7" indent="0" algn="l">
              <a:spcBef>
                <a:spcPts val="0"/>
              </a:spcBef>
              <a:buNone/>
              <a:defRPr sz="1200" b="0">
                <a:solidFill>
                  <a:srgbClr val="A59B98"/>
                </a:solidFill>
                <a:latin typeface="Calibri"/>
                <a:ea typeface="Calibri"/>
                <a:cs typeface="Calibri"/>
                <a:sym typeface="Calibri"/>
              </a:defRPr>
            </a:lvl8pPr>
            <a:lvl9pPr marL="0" lvl="8" indent="0" algn="l">
              <a:spcBef>
                <a:spcPts val="0"/>
              </a:spcBef>
              <a:buNone/>
              <a:defRPr sz="1200" b="0">
                <a:solidFill>
                  <a:srgbClr val="A59B9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6"/>
        <p:cNvGrpSpPr/>
        <p:nvPr/>
      </p:nvGrpSpPr>
      <p:grpSpPr>
        <a:xfrm>
          <a:off x="0" y="0"/>
          <a:ext cx="0" cy="0"/>
          <a:chOff x="0" y="0"/>
          <a:chExt cx="0" cy="0"/>
        </a:xfrm>
      </p:grpSpPr>
      <p:sp>
        <p:nvSpPr>
          <p:cNvPr id="47" name="Google Shape;47;p56"/>
          <p:cNvSpPr txBox="1">
            <a:spLocks noGrp="1"/>
          </p:cNvSpPr>
          <p:nvPr>
            <p:ph type="dt" idx="10"/>
          </p:nvPr>
        </p:nvSpPr>
        <p:spPr>
          <a:xfrm rot="-5400000">
            <a:off x="-1198682" y="4821116"/>
            <a:ext cx="2625969"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6"/>
          <p:cNvSpPr txBox="1">
            <a:spLocks noGrp="1"/>
          </p:cNvSpPr>
          <p:nvPr>
            <p:ph type="sldNum" idx="12"/>
          </p:nvPr>
        </p:nvSpPr>
        <p:spPr>
          <a:xfrm>
            <a:off x="8686800" y="5740400"/>
            <a:ext cx="3810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49" name="Google Shape;49;p56"/>
          <p:cNvSpPr txBox="1">
            <a:spLocks noGrp="1"/>
          </p:cNvSpPr>
          <p:nvPr>
            <p:ph type="ftr" idx="11"/>
          </p:nvPr>
        </p:nvSpPr>
        <p:spPr>
          <a:xfrm>
            <a:off x="1259680" y="6553200"/>
            <a:ext cx="7162800"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0"/>
        <p:cNvGrpSpPr/>
        <p:nvPr/>
      </p:nvGrpSpPr>
      <p:grpSpPr>
        <a:xfrm>
          <a:off x="0" y="0"/>
          <a:ext cx="0" cy="0"/>
          <a:chOff x="0" y="0"/>
          <a:chExt cx="0" cy="0"/>
        </a:xfrm>
      </p:grpSpPr>
      <p:sp>
        <p:nvSpPr>
          <p:cNvPr id="51" name="Google Shape;51;p57"/>
          <p:cNvSpPr txBox="1">
            <a:spLocks noGrp="1"/>
          </p:cNvSpPr>
          <p:nvPr>
            <p:ph type="body" idx="1"/>
          </p:nvPr>
        </p:nvSpPr>
        <p:spPr>
          <a:xfrm>
            <a:off x="1219199" y="4484080"/>
            <a:ext cx="7239001" cy="762000"/>
          </a:xfrm>
          <a:prstGeom prst="rect">
            <a:avLst/>
          </a:prstGeom>
          <a:noFill/>
          <a:ln>
            <a:noFill/>
          </a:ln>
        </p:spPr>
        <p:txBody>
          <a:bodyPr spcFirstLastPara="1" wrap="square" lIns="91425" tIns="45700" rIns="91425" bIns="0" anchor="b" anchorCtr="0">
            <a:normAutofit/>
          </a:bodyPr>
          <a:lstStyle>
            <a:lvl1pPr marL="457200" lvl="0" indent="-228600" algn="l">
              <a:spcBef>
                <a:spcPts val="400"/>
              </a:spcBef>
              <a:spcAft>
                <a:spcPts val="0"/>
              </a:spcAft>
              <a:buClr>
                <a:schemeClr val="dk1"/>
              </a:buClr>
              <a:buSzPts val="2000"/>
              <a:buNone/>
              <a:defRPr sz="2000">
                <a:solidFill>
                  <a:schemeClr val="dk1"/>
                </a:solidFill>
              </a:defRPr>
            </a:lvl1pPr>
            <a:lvl2pPr marL="914400" lvl="1" indent="-228600" algn="l">
              <a:spcBef>
                <a:spcPts val="360"/>
              </a:spcBef>
              <a:spcAft>
                <a:spcPts val="0"/>
              </a:spcAft>
              <a:buClr>
                <a:srgbClr val="949AA0"/>
              </a:buClr>
              <a:buSzPts val="1800"/>
              <a:buNone/>
              <a:defRPr sz="1800">
                <a:solidFill>
                  <a:srgbClr val="949AA0"/>
                </a:solidFill>
              </a:defRPr>
            </a:lvl2pPr>
            <a:lvl3pPr marL="1371600" lvl="2" indent="-228600" algn="l">
              <a:spcBef>
                <a:spcPts val="320"/>
              </a:spcBef>
              <a:spcAft>
                <a:spcPts val="0"/>
              </a:spcAft>
              <a:buClr>
                <a:srgbClr val="949AA0"/>
              </a:buClr>
              <a:buSzPts val="1600"/>
              <a:buNone/>
              <a:defRPr sz="1600">
                <a:solidFill>
                  <a:srgbClr val="949AA0"/>
                </a:solidFill>
              </a:defRPr>
            </a:lvl3pPr>
            <a:lvl4pPr marL="1828800" lvl="3" indent="-228600" algn="l">
              <a:spcBef>
                <a:spcPts val="280"/>
              </a:spcBef>
              <a:spcAft>
                <a:spcPts val="0"/>
              </a:spcAft>
              <a:buClr>
                <a:srgbClr val="949AA0"/>
              </a:buClr>
              <a:buSzPts val="1400"/>
              <a:buNone/>
              <a:defRPr sz="1400">
                <a:solidFill>
                  <a:srgbClr val="949AA0"/>
                </a:solidFill>
              </a:defRPr>
            </a:lvl4pPr>
            <a:lvl5pPr marL="2286000" lvl="4" indent="-228600" algn="l">
              <a:spcBef>
                <a:spcPts val="280"/>
              </a:spcBef>
              <a:spcAft>
                <a:spcPts val="0"/>
              </a:spcAft>
              <a:buClr>
                <a:srgbClr val="949AA0"/>
              </a:buClr>
              <a:buSzPts val="1400"/>
              <a:buNone/>
              <a:defRPr sz="1400">
                <a:solidFill>
                  <a:srgbClr val="949AA0"/>
                </a:solidFill>
              </a:defRPr>
            </a:lvl5pPr>
            <a:lvl6pPr marL="2743200" lvl="5" indent="-228600" algn="l">
              <a:spcBef>
                <a:spcPts val="280"/>
              </a:spcBef>
              <a:spcAft>
                <a:spcPts val="0"/>
              </a:spcAft>
              <a:buSzPts val="1400"/>
              <a:buNone/>
              <a:defRPr sz="1400">
                <a:solidFill>
                  <a:srgbClr val="949AA0"/>
                </a:solidFill>
              </a:defRPr>
            </a:lvl6pPr>
            <a:lvl7pPr marL="3200400" lvl="6" indent="-228600" algn="l">
              <a:spcBef>
                <a:spcPts val="280"/>
              </a:spcBef>
              <a:spcAft>
                <a:spcPts val="0"/>
              </a:spcAft>
              <a:buClr>
                <a:srgbClr val="949AA0"/>
              </a:buClr>
              <a:buSzPts val="1400"/>
              <a:buNone/>
              <a:defRPr sz="1400">
                <a:solidFill>
                  <a:srgbClr val="949AA0"/>
                </a:solidFill>
              </a:defRPr>
            </a:lvl7pPr>
            <a:lvl8pPr marL="3657600" lvl="7" indent="-228600" algn="l">
              <a:spcBef>
                <a:spcPts val="280"/>
              </a:spcBef>
              <a:spcAft>
                <a:spcPts val="0"/>
              </a:spcAft>
              <a:buSzPts val="1400"/>
              <a:buNone/>
              <a:defRPr sz="1400">
                <a:solidFill>
                  <a:srgbClr val="949AA0"/>
                </a:solidFill>
              </a:defRPr>
            </a:lvl8pPr>
            <a:lvl9pPr marL="4114800" lvl="8" indent="-228600" algn="l">
              <a:spcBef>
                <a:spcPts val="280"/>
              </a:spcBef>
              <a:spcAft>
                <a:spcPts val="0"/>
              </a:spcAft>
              <a:buSzPts val="1400"/>
              <a:buNone/>
              <a:defRPr sz="1400">
                <a:solidFill>
                  <a:srgbClr val="949AA0"/>
                </a:solidFill>
              </a:defRPr>
            </a:lvl9pPr>
          </a:lstStyle>
          <a:p>
            <a:endParaRPr/>
          </a:p>
        </p:txBody>
      </p:sp>
      <p:sp>
        <p:nvSpPr>
          <p:cNvPr id="52" name="Google Shape;52;p57"/>
          <p:cNvSpPr txBox="1">
            <a:spLocks noGrp="1"/>
          </p:cNvSpPr>
          <p:nvPr>
            <p:ph type="title"/>
          </p:nvPr>
        </p:nvSpPr>
        <p:spPr>
          <a:xfrm>
            <a:off x="1219200" y="5257800"/>
            <a:ext cx="72390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1"/>
              </a:buClr>
              <a:buSzPts val="7200"/>
              <a:buFont typeface="Calibri"/>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57"/>
          <p:cNvSpPr txBox="1">
            <a:spLocks noGrp="1"/>
          </p:cNvSpPr>
          <p:nvPr>
            <p:ph type="dt" idx="10"/>
          </p:nvPr>
        </p:nvSpPr>
        <p:spPr>
          <a:xfrm rot="-5400000">
            <a:off x="-1198682" y="4821116"/>
            <a:ext cx="2625969"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57"/>
          <p:cNvSpPr txBox="1">
            <a:spLocks noGrp="1"/>
          </p:cNvSpPr>
          <p:nvPr>
            <p:ph type="sldNum" idx="12"/>
          </p:nvPr>
        </p:nvSpPr>
        <p:spPr>
          <a:xfrm>
            <a:off x="8686800" y="5740400"/>
            <a:ext cx="3810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55" name="Google Shape;55;p57"/>
          <p:cNvSpPr txBox="1">
            <a:spLocks noGrp="1"/>
          </p:cNvSpPr>
          <p:nvPr>
            <p:ph type="ftr" idx="11"/>
          </p:nvPr>
        </p:nvSpPr>
        <p:spPr>
          <a:xfrm>
            <a:off x="1259680" y="6553200"/>
            <a:ext cx="7162800"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6"/>
        <p:cNvGrpSpPr/>
        <p:nvPr/>
      </p:nvGrpSpPr>
      <p:grpSpPr>
        <a:xfrm>
          <a:off x="0" y="0"/>
          <a:ext cx="0" cy="0"/>
          <a:chOff x="0" y="0"/>
          <a:chExt cx="0" cy="0"/>
        </a:xfrm>
      </p:grpSpPr>
      <p:sp>
        <p:nvSpPr>
          <p:cNvPr id="57" name="Google Shape;57;p58"/>
          <p:cNvSpPr txBox="1">
            <a:spLocks noGrp="1"/>
          </p:cNvSpPr>
          <p:nvPr>
            <p:ph type="title"/>
          </p:nvPr>
        </p:nvSpPr>
        <p:spPr>
          <a:xfrm>
            <a:off x="1219200" y="5257800"/>
            <a:ext cx="72390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1"/>
              </a:buClr>
              <a:buSzPts val="72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58"/>
          <p:cNvSpPr txBox="1">
            <a:spLocks noGrp="1"/>
          </p:cNvSpPr>
          <p:nvPr>
            <p:ph type="dt" idx="10"/>
          </p:nvPr>
        </p:nvSpPr>
        <p:spPr>
          <a:xfrm rot="-5400000">
            <a:off x="-1198682" y="4821116"/>
            <a:ext cx="2625969"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58"/>
          <p:cNvSpPr txBox="1">
            <a:spLocks noGrp="1"/>
          </p:cNvSpPr>
          <p:nvPr>
            <p:ph type="ftr" idx="11"/>
          </p:nvPr>
        </p:nvSpPr>
        <p:spPr>
          <a:xfrm>
            <a:off x="1259680" y="6553200"/>
            <a:ext cx="7162800"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58"/>
          <p:cNvSpPr txBox="1">
            <a:spLocks noGrp="1"/>
          </p:cNvSpPr>
          <p:nvPr>
            <p:ph type="sldNum" idx="12"/>
          </p:nvPr>
        </p:nvSpPr>
        <p:spPr>
          <a:xfrm>
            <a:off x="8686800" y="5740400"/>
            <a:ext cx="3810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61" name="Google Shape;61;p58"/>
          <p:cNvSpPr txBox="1">
            <a:spLocks noGrp="1"/>
          </p:cNvSpPr>
          <p:nvPr>
            <p:ph type="body" idx="1"/>
          </p:nvPr>
        </p:nvSpPr>
        <p:spPr>
          <a:xfrm>
            <a:off x="1216152" y="841248"/>
            <a:ext cx="3730752" cy="438912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2"/>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SzPts val="1800"/>
              <a:buChar char="&gt;"/>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62" name="Google Shape;62;p58"/>
          <p:cNvSpPr txBox="1">
            <a:spLocks noGrp="1"/>
          </p:cNvSpPr>
          <p:nvPr>
            <p:ph type="body" idx="2"/>
          </p:nvPr>
        </p:nvSpPr>
        <p:spPr>
          <a:xfrm>
            <a:off x="5102352" y="841248"/>
            <a:ext cx="3730752" cy="438912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2"/>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SzPts val="1800"/>
              <a:buChar char="&gt;"/>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3"/>
        <p:cNvGrpSpPr/>
        <p:nvPr/>
      </p:nvGrpSpPr>
      <p:grpSpPr>
        <a:xfrm>
          <a:off x="0" y="0"/>
          <a:ext cx="0" cy="0"/>
          <a:chOff x="0" y="0"/>
          <a:chExt cx="0" cy="0"/>
        </a:xfrm>
      </p:grpSpPr>
      <p:sp>
        <p:nvSpPr>
          <p:cNvPr id="64" name="Google Shape;64;p59"/>
          <p:cNvSpPr txBox="1">
            <a:spLocks noGrp="1"/>
          </p:cNvSpPr>
          <p:nvPr>
            <p:ph type="title"/>
          </p:nvPr>
        </p:nvSpPr>
        <p:spPr>
          <a:xfrm>
            <a:off x="1219200" y="5257800"/>
            <a:ext cx="72390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1"/>
              </a:buClr>
              <a:buSzPts val="72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59"/>
          <p:cNvSpPr txBox="1">
            <a:spLocks noGrp="1"/>
          </p:cNvSpPr>
          <p:nvPr>
            <p:ph type="body" idx="1"/>
          </p:nvPr>
        </p:nvSpPr>
        <p:spPr>
          <a:xfrm>
            <a:off x="1219200" y="841248"/>
            <a:ext cx="3733800" cy="5334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Clr>
                <a:schemeClr val="dk2"/>
              </a:buClr>
              <a:buSzPts val="1800"/>
              <a:buNone/>
              <a:defRPr sz="18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SzPts val="1600"/>
              <a:buNone/>
              <a:defRPr sz="1600" b="1"/>
            </a:lvl8pPr>
            <a:lvl9pPr marL="4114800" lvl="8" indent="-228600" algn="l">
              <a:spcBef>
                <a:spcPts val="320"/>
              </a:spcBef>
              <a:spcAft>
                <a:spcPts val="0"/>
              </a:spcAft>
              <a:buSzPts val="1600"/>
              <a:buNone/>
              <a:defRPr sz="1600" b="1"/>
            </a:lvl9pPr>
          </a:lstStyle>
          <a:p>
            <a:endParaRPr/>
          </a:p>
        </p:txBody>
      </p:sp>
      <p:sp>
        <p:nvSpPr>
          <p:cNvPr id="66" name="Google Shape;66;p59"/>
          <p:cNvSpPr txBox="1">
            <a:spLocks noGrp="1"/>
          </p:cNvSpPr>
          <p:nvPr>
            <p:ph type="body" idx="2"/>
          </p:nvPr>
        </p:nvSpPr>
        <p:spPr>
          <a:xfrm>
            <a:off x="5105400" y="841248"/>
            <a:ext cx="3735267" cy="5334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Clr>
                <a:schemeClr val="dk2"/>
              </a:buClr>
              <a:buSzPts val="1800"/>
              <a:buNone/>
              <a:defRPr sz="18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SzPts val="1600"/>
              <a:buNone/>
              <a:defRPr sz="1600" b="1"/>
            </a:lvl8pPr>
            <a:lvl9pPr marL="4114800" lvl="8" indent="-228600" algn="l">
              <a:spcBef>
                <a:spcPts val="320"/>
              </a:spcBef>
              <a:spcAft>
                <a:spcPts val="0"/>
              </a:spcAft>
              <a:buSzPts val="1600"/>
              <a:buNone/>
              <a:defRPr sz="1600" b="1"/>
            </a:lvl9pPr>
          </a:lstStyle>
          <a:p>
            <a:endParaRPr/>
          </a:p>
        </p:txBody>
      </p:sp>
      <p:sp>
        <p:nvSpPr>
          <p:cNvPr id="67" name="Google Shape;67;p59"/>
          <p:cNvSpPr txBox="1">
            <a:spLocks noGrp="1"/>
          </p:cNvSpPr>
          <p:nvPr>
            <p:ph type="dt" idx="10"/>
          </p:nvPr>
        </p:nvSpPr>
        <p:spPr>
          <a:xfrm rot="-5400000">
            <a:off x="-1198682" y="4821116"/>
            <a:ext cx="2625969"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59"/>
          <p:cNvSpPr txBox="1">
            <a:spLocks noGrp="1"/>
          </p:cNvSpPr>
          <p:nvPr>
            <p:ph type="ftr" idx="11"/>
          </p:nvPr>
        </p:nvSpPr>
        <p:spPr>
          <a:xfrm>
            <a:off x="1259680" y="6553200"/>
            <a:ext cx="7162800"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59"/>
          <p:cNvSpPr txBox="1">
            <a:spLocks noGrp="1"/>
          </p:cNvSpPr>
          <p:nvPr>
            <p:ph type="sldNum" idx="12"/>
          </p:nvPr>
        </p:nvSpPr>
        <p:spPr>
          <a:xfrm>
            <a:off x="8686800" y="5740400"/>
            <a:ext cx="3810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70" name="Google Shape;70;p59"/>
          <p:cNvSpPr txBox="1">
            <a:spLocks noGrp="1"/>
          </p:cNvSpPr>
          <p:nvPr>
            <p:ph type="body" idx="3"/>
          </p:nvPr>
        </p:nvSpPr>
        <p:spPr>
          <a:xfrm>
            <a:off x="1216152" y="1380744"/>
            <a:ext cx="3730752" cy="384048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2"/>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SzPts val="1800"/>
              <a:buChar char="&gt;"/>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71" name="Google Shape;71;p59"/>
          <p:cNvSpPr txBox="1">
            <a:spLocks noGrp="1"/>
          </p:cNvSpPr>
          <p:nvPr>
            <p:ph type="body" idx="4"/>
          </p:nvPr>
        </p:nvSpPr>
        <p:spPr>
          <a:xfrm>
            <a:off x="5102352" y="1380743"/>
            <a:ext cx="3730752" cy="384048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2"/>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SzPts val="1800"/>
              <a:buChar char="&gt;"/>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2"/>
        <p:cNvGrpSpPr/>
        <p:nvPr/>
      </p:nvGrpSpPr>
      <p:grpSpPr>
        <a:xfrm>
          <a:off x="0" y="0"/>
          <a:ext cx="0" cy="0"/>
          <a:chOff x="0" y="0"/>
          <a:chExt cx="0" cy="0"/>
        </a:xfrm>
      </p:grpSpPr>
      <p:sp>
        <p:nvSpPr>
          <p:cNvPr id="73" name="Google Shape;73;p60"/>
          <p:cNvSpPr txBox="1">
            <a:spLocks noGrp="1"/>
          </p:cNvSpPr>
          <p:nvPr>
            <p:ph type="title"/>
          </p:nvPr>
        </p:nvSpPr>
        <p:spPr>
          <a:xfrm>
            <a:off x="1219200" y="5257800"/>
            <a:ext cx="72390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1"/>
              </a:buClr>
              <a:buSzPts val="72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60"/>
          <p:cNvSpPr txBox="1">
            <a:spLocks noGrp="1"/>
          </p:cNvSpPr>
          <p:nvPr>
            <p:ph type="dt" idx="10"/>
          </p:nvPr>
        </p:nvSpPr>
        <p:spPr>
          <a:xfrm rot="-5400000">
            <a:off x="-1198682" y="4821116"/>
            <a:ext cx="2625969"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60"/>
          <p:cNvSpPr txBox="1">
            <a:spLocks noGrp="1"/>
          </p:cNvSpPr>
          <p:nvPr>
            <p:ph type="ftr" idx="11"/>
          </p:nvPr>
        </p:nvSpPr>
        <p:spPr>
          <a:xfrm>
            <a:off x="1259680" y="6553200"/>
            <a:ext cx="7162800"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60"/>
          <p:cNvSpPr txBox="1">
            <a:spLocks noGrp="1"/>
          </p:cNvSpPr>
          <p:nvPr>
            <p:ph type="sldNum" idx="12"/>
          </p:nvPr>
        </p:nvSpPr>
        <p:spPr>
          <a:xfrm>
            <a:off x="8686800" y="5740400"/>
            <a:ext cx="3810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7"/>
        <p:cNvGrpSpPr/>
        <p:nvPr/>
      </p:nvGrpSpPr>
      <p:grpSpPr>
        <a:xfrm>
          <a:off x="0" y="0"/>
          <a:ext cx="0" cy="0"/>
          <a:chOff x="0" y="0"/>
          <a:chExt cx="0" cy="0"/>
        </a:xfrm>
      </p:grpSpPr>
      <p:sp>
        <p:nvSpPr>
          <p:cNvPr id="78" name="Google Shape;78;p61"/>
          <p:cNvSpPr txBox="1">
            <a:spLocks noGrp="1"/>
          </p:cNvSpPr>
          <p:nvPr>
            <p:ph type="title"/>
          </p:nvPr>
        </p:nvSpPr>
        <p:spPr>
          <a:xfrm>
            <a:off x="5715000" y="395287"/>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rgbClr val="FF7605"/>
              </a:buClr>
              <a:buSzPts val="2000"/>
              <a:buFont typeface="Calibri"/>
              <a:buNone/>
              <a:defRPr sz="2000" b="1">
                <a:solidFill>
                  <a:srgbClr val="FF7605"/>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61"/>
          <p:cNvSpPr txBox="1">
            <a:spLocks noGrp="1"/>
          </p:cNvSpPr>
          <p:nvPr>
            <p:ph type="body" idx="1"/>
          </p:nvPr>
        </p:nvSpPr>
        <p:spPr>
          <a:xfrm>
            <a:off x="5715000" y="1557337"/>
            <a:ext cx="3008313" cy="43862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rgbClr val="9FACBA"/>
              </a:buClr>
              <a:buSzPts val="1400"/>
              <a:buNone/>
              <a:defRPr sz="1400">
                <a:solidFill>
                  <a:srgbClr val="9FACBA"/>
                </a:solidFill>
              </a:defRPr>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SzPts val="900"/>
              <a:buNone/>
              <a:defRPr sz="900"/>
            </a:lvl8pPr>
            <a:lvl9pPr marL="4114800" lvl="8" indent="-228600" algn="l">
              <a:spcBef>
                <a:spcPts val="180"/>
              </a:spcBef>
              <a:spcAft>
                <a:spcPts val="0"/>
              </a:spcAft>
              <a:buSzPts val="900"/>
              <a:buNone/>
              <a:defRPr sz="900"/>
            </a:lvl9pPr>
          </a:lstStyle>
          <a:p>
            <a:endParaRPr/>
          </a:p>
        </p:txBody>
      </p:sp>
      <p:sp>
        <p:nvSpPr>
          <p:cNvPr id="80" name="Google Shape;80;p61"/>
          <p:cNvSpPr txBox="1">
            <a:spLocks noGrp="1"/>
          </p:cNvSpPr>
          <p:nvPr>
            <p:ph type="body" idx="2"/>
          </p:nvPr>
        </p:nvSpPr>
        <p:spPr>
          <a:xfrm>
            <a:off x="914400" y="381000"/>
            <a:ext cx="4800600" cy="5943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2"/>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SzPts val="1800"/>
              <a:buChar char="&gt;"/>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1" name="Google Shape;81;p61"/>
          <p:cNvSpPr txBox="1">
            <a:spLocks noGrp="1"/>
          </p:cNvSpPr>
          <p:nvPr>
            <p:ph type="dt" idx="10"/>
          </p:nvPr>
        </p:nvSpPr>
        <p:spPr>
          <a:xfrm rot="-5400000">
            <a:off x="-1198682" y="4821116"/>
            <a:ext cx="2625969"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1"/>
          <p:cNvSpPr txBox="1">
            <a:spLocks noGrp="1"/>
          </p:cNvSpPr>
          <p:nvPr>
            <p:ph type="sldNum" idx="12"/>
          </p:nvPr>
        </p:nvSpPr>
        <p:spPr>
          <a:xfrm>
            <a:off x="8686800" y="5740400"/>
            <a:ext cx="3810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83" name="Google Shape;83;p61"/>
          <p:cNvSpPr txBox="1">
            <a:spLocks noGrp="1"/>
          </p:cNvSpPr>
          <p:nvPr>
            <p:ph type="ftr" idx="11"/>
          </p:nvPr>
        </p:nvSpPr>
        <p:spPr>
          <a:xfrm>
            <a:off x="1259680" y="6553200"/>
            <a:ext cx="7162800"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sp>
        <p:nvSpPr>
          <p:cNvPr id="85" name="Google Shape;85;p62"/>
          <p:cNvSpPr txBox="1">
            <a:spLocks noGrp="1"/>
          </p:cNvSpPr>
          <p:nvPr>
            <p:ph type="title"/>
          </p:nvPr>
        </p:nvSpPr>
        <p:spPr>
          <a:xfrm>
            <a:off x="1219200" y="4624754"/>
            <a:ext cx="5486400" cy="404446"/>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Clr>
                <a:schemeClr val="dk1"/>
              </a:buClr>
              <a:buSzPts val="2000"/>
              <a:buFont typeface="Calibri"/>
              <a:buNone/>
              <a:defRPr sz="20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62"/>
          <p:cNvSpPr>
            <a:spLocks noGrp="1"/>
          </p:cNvSpPr>
          <p:nvPr>
            <p:ph type="pic" idx="2"/>
          </p:nvPr>
        </p:nvSpPr>
        <p:spPr>
          <a:xfrm>
            <a:off x="1323975" y="381000"/>
            <a:ext cx="5867400" cy="4081462"/>
          </a:xfrm>
          <a:prstGeom prst="rect">
            <a:avLst/>
          </a:prstGeom>
          <a:noFill/>
          <a:ln>
            <a:noFill/>
          </a:ln>
        </p:spPr>
      </p:sp>
      <p:sp>
        <p:nvSpPr>
          <p:cNvPr id="87" name="Google Shape;87;p62"/>
          <p:cNvSpPr txBox="1">
            <a:spLocks noGrp="1"/>
          </p:cNvSpPr>
          <p:nvPr>
            <p:ph type="body" idx="1"/>
          </p:nvPr>
        </p:nvSpPr>
        <p:spPr>
          <a:xfrm>
            <a:off x="1219200" y="5029200"/>
            <a:ext cx="4038600" cy="13716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solidFill>
                  <a:schemeClr val="dk1"/>
                </a:solidFill>
              </a:defRPr>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SzPts val="900"/>
              <a:buNone/>
              <a:defRPr sz="900"/>
            </a:lvl8pPr>
            <a:lvl9pPr marL="4114800" lvl="8" indent="-228600" algn="l">
              <a:spcBef>
                <a:spcPts val="180"/>
              </a:spcBef>
              <a:spcAft>
                <a:spcPts val="0"/>
              </a:spcAft>
              <a:buSzPts val="900"/>
              <a:buNone/>
              <a:defRPr sz="900"/>
            </a:lvl9pPr>
          </a:lstStyle>
          <a:p>
            <a:endParaRPr/>
          </a:p>
        </p:txBody>
      </p:sp>
      <p:sp>
        <p:nvSpPr>
          <p:cNvPr id="88" name="Google Shape;88;p62"/>
          <p:cNvSpPr txBox="1">
            <a:spLocks noGrp="1"/>
          </p:cNvSpPr>
          <p:nvPr>
            <p:ph type="dt" idx="10"/>
          </p:nvPr>
        </p:nvSpPr>
        <p:spPr>
          <a:xfrm rot="-5400000">
            <a:off x="-1198682" y="4821116"/>
            <a:ext cx="2625969"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62"/>
          <p:cNvSpPr txBox="1">
            <a:spLocks noGrp="1"/>
          </p:cNvSpPr>
          <p:nvPr>
            <p:ph type="ftr" idx="11"/>
          </p:nvPr>
        </p:nvSpPr>
        <p:spPr>
          <a:xfrm>
            <a:off x="1259680" y="6553200"/>
            <a:ext cx="7162800"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62"/>
          <p:cNvSpPr txBox="1">
            <a:spLocks noGrp="1"/>
          </p:cNvSpPr>
          <p:nvPr>
            <p:ph type="sldNum" idx="12"/>
          </p:nvPr>
        </p:nvSpPr>
        <p:spPr>
          <a:xfrm>
            <a:off x="8686800" y="5740400"/>
            <a:ext cx="3810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1"/>
        <p:cNvGrpSpPr/>
        <p:nvPr/>
      </p:nvGrpSpPr>
      <p:grpSpPr>
        <a:xfrm>
          <a:off x="0" y="0"/>
          <a:ext cx="0" cy="0"/>
          <a:chOff x="0" y="0"/>
          <a:chExt cx="0" cy="0"/>
        </a:xfrm>
      </p:grpSpPr>
      <p:sp>
        <p:nvSpPr>
          <p:cNvPr id="92" name="Google Shape;92;p63"/>
          <p:cNvSpPr txBox="1">
            <a:spLocks noGrp="1"/>
          </p:cNvSpPr>
          <p:nvPr>
            <p:ph type="title"/>
          </p:nvPr>
        </p:nvSpPr>
        <p:spPr>
          <a:xfrm>
            <a:off x="1219200" y="5257800"/>
            <a:ext cx="72390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63"/>
          <p:cNvSpPr txBox="1">
            <a:spLocks noGrp="1"/>
          </p:cNvSpPr>
          <p:nvPr>
            <p:ph type="body" idx="1"/>
          </p:nvPr>
        </p:nvSpPr>
        <p:spPr>
          <a:xfrm rot="5400000">
            <a:off x="2743200" y="-685800"/>
            <a:ext cx="4419600" cy="7467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2"/>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SzPts val="1800"/>
              <a:buChar char="&gt;"/>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94" name="Google Shape;94;p63"/>
          <p:cNvSpPr txBox="1">
            <a:spLocks noGrp="1"/>
          </p:cNvSpPr>
          <p:nvPr>
            <p:ph type="dt" idx="10"/>
          </p:nvPr>
        </p:nvSpPr>
        <p:spPr>
          <a:xfrm rot="-5400000">
            <a:off x="-1198682" y="4821116"/>
            <a:ext cx="2625969"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63"/>
          <p:cNvSpPr txBox="1">
            <a:spLocks noGrp="1"/>
          </p:cNvSpPr>
          <p:nvPr>
            <p:ph type="ftr" idx="11"/>
          </p:nvPr>
        </p:nvSpPr>
        <p:spPr>
          <a:xfrm>
            <a:off x="1259680" y="6553200"/>
            <a:ext cx="7162800"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63"/>
          <p:cNvSpPr txBox="1">
            <a:spLocks noGrp="1"/>
          </p:cNvSpPr>
          <p:nvPr>
            <p:ph type="sldNum" idx="12"/>
          </p:nvPr>
        </p:nvSpPr>
        <p:spPr>
          <a:xfrm>
            <a:off x="8686800" y="5740400"/>
            <a:ext cx="3810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7"/>
        <p:cNvGrpSpPr/>
        <p:nvPr/>
      </p:nvGrpSpPr>
      <p:grpSpPr>
        <a:xfrm>
          <a:off x="0" y="0"/>
          <a:ext cx="0" cy="0"/>
          <a:chOff x="0" y="0"/>
          <a:chExt cx="0" cy="0"/>
        </a:xfrm>
      </p:grpSpPr>
      <p:sp>
        <p:nvSpPr>
          <p:cNvPr id="98" name="Google Shape;98;p6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6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2"/>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SzPts val="1800"/>
              <a:buChar char="&gt;"/>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100" name="Google Shape;100;p64"/>
          <p:cNvSpPr txBox="1">
            <a:spLocks noGrp="1"/>
          </p:cNvSpPr>
          <p:nvPr>
            <p:ph type="dt" idx="10"/>
          </p:nvPr>
        </p:nvSpPr>
        <p:spPr>
          <a:xfrm rot="-5400000">
            <a:off x="-1198682" y="4821116"/>
            <a:ext cx="2625969"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64"/>
          <p:cNvSpPr txBox="1">
            <a:spLocks noGrp="1"/>
          </p:cNvSpPr>
          <p:nvPr>
            <p:ph type="ftr" idx="11"/>
          </p:nvPr>
        </p:nvSpPr>
        <p:spPr>
          <a:xfrm>
            <a:off x="1259680" y="6553200"/>
            <a:ext cx="7162800"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64"/>
          <p:cNvSpPr txBox="1">
            <a:spLocks noGrp="1"/>
          </p:cNvSpPr>
          <p:nvPr>
            <p:ph type="sldNum" idx="12"/>
          </p:nvPr>
        </p:nvSpPr>
        <p:spPr>
          <a:xfrm>
            <a:off x="8686800" y="5740400"/>
            <a:ext cx="3810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03"/>
        <p:cNvGrpSpPr/>
        <p:nvPr/>
      </p:nvGrpSpPr>
      <p:grpSpPr>
        <a:xfrm>
          <a:off x="0" y="0"/>
          <a:ext cx="0" cy="0"/>
          <a:chOff x="0" y="0"/>
          <a:chExt cx="0" cy="0"/>
        </a:xfrm>
      </p:grpSpPr>
      <p:sp>
        <p:nvSpPr>
          <p:cNvPr id="104" name="Google Shape;104;p65"/>
          <p:cNvSpPr txBox="1">
            <a:spLocks noGrp="1"/>
          </p:cNvSpPr>
          <p:nvPr>
            <p:ph type="ctrTitle"/>
          </p:nvPr>
        </p:nvSpPr>
        <p:spPr>
          <a:xfrm>
            <a:off x="685800" y="609601"/>
            <a:ext cx="7772400" cy="1981199"/>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lt1"/>
              </a:buClr>
              <a:buSzPts val="5400"/>
              <a:buFont typeface="Calibri"/>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65"/>
          <p:cNvSpPr txBox="1">
            <a:spLocks noGrp="1"/>
          </p:cNvSpPr>
          <p:nvPr>
            <p:ph type="dt" idx="10"/>
          </p:nvPr>
        </p:nvSpPr>
        <p:spPr>
          <a:xfrm rot="-5400000">
            <a:off x="-1198682" y="4821116"/>
            <a:ext cx="2625969"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65"/>
          <p:cNvSpPr txBox="1">
            <a:spLocks noGrp="1"/>
          </p:cNvSpPr>
          <p:nvPr>
            <p:ph type="sldNum" idx="12"/>
          </p:nvPr>
        </p:nvSpPr>
        <p:spPr>
          <a:xfrm>
            <a:off x="8686800" y="5740400"/>
            <a:ext cx="3810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t>‹#›</a:t>
            </a:fld>
            <a:endParaRPr/>
          </a:p>
        </p:txBody>
      </p:sp>
      <p:sp>
        <p:nvSpPr>
          <p:cNvPr id="107" name="Google Shape;107;p65"/>
          <p:cNvSpPr txBox="1">
            <a:spLocks noGrp="1"/>
          </p:cNvSpPr>
          <p:nvPr>
            <p:ph type="ftr" idx="11"/>
          </p:nvPr>
        </p:nvSpPr>
        <p:spPr>
          <a:xfrm>
            <a:off x="1259680" y="6553200"/>
            <a:ext cx="7162800" cy="22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65"/>
          <p:cNvSpPr txBox="1"/>
          <p:nvPr/>
        </p:nvSpPr>
        <p:spPr>
          <a:xfrm>
            <a:off x="609600" y="4953000"/>
            <a:ext cx="7162800" cy="1219200"/>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Clr>
                <a:schemeClr val="accent1"/>
              </a:buClr>
              <a:buSzPts val="1520"/>
              <a:buFont typeface="Noto Sans Symbols"/>
              <a:buNone/>
            </a:pPr>
            <a:r>
              <a:rPr lang="en-US" sz="2000" b="1">
                <a:solidFill>
                  <a:schemeClr val="dk2"/>
                </a:solidFill>
                <a:latin typeface="Calibri"/>
                <a:ea typeface="Calibri"/>
                <a:cs typeface="Calibri"/>
                <a:sym typeface="Calibri"/>
              </a:rPr>
              <a:t>Dr. Mian M. Hamayun</a:t>
            </a:r>
            <a:endParaRPr/>
          </a:p>
          <a:p>
            <a:pPr marL="0" marR="0" lvl="0" indent="0" algn="l" rtl="0">
              <a:spcBef>
                <a:spcPts val="600"/>
              </a:spcBef>
              <a:spcAft>
                <a:spcPts val="0"/>
              </a:spcAft>
              <a:buClr>
                <a:schemeClr val="accent1"/>
              </a:buClr>
              <a:buSzPts val="1520"/>
              <a:buFont typeface="Noto Sans Symbols"/>
              <a:buNone/>
            </a:pPr>
            <a:r>
              <a:rPr lang="en-US" sz="2000" i="1">
                <a:solidFill>
                  <a:schemeClr val="dk2"/>
                </a:solidFill>
                <a:latin typeface="Calibri"/>
                <a:ea typeface="Calibri"/>
                <a:cs typeface="Calibri"/>
                <a:sym typeface="Calibri"/>
              </a:rPr>
              <a:t>mian.hamayun@seecs.edu.pk</a:t>
            </a:r>
            <a:endParaRPr/>
          </a:p>
          <a:p>
            <a:pPr marL="0" marR="0" lvl="0" indent="0" algn="l" rtl="0">
              <a:lnSpc>
                <a:spcPct val="100000"/>
              </a:lnSpc>
              <a:spcBef>
                <a:spcPts val="600"/>
              </a:spcBef>
              <a:spcAft>
                <a:spcPts val="0"/>
              </a:spcAft>
              <a:buClr>
                <a:schemeClr val="accent1"/>
              </a:buClr>
              <a:buSzPts val="1520"/>
              <a:buFont typeface="Noto Sans Symbols"/>
              <a:buNone/>
            </a:pPr>
            <a:r>
              <a:rPr lang="en-US" sz="2000" b="0">
                <a:solidFill>
                  <a:schemeClr val="dk2"/>
                </a:solidFill>
                <a:latin typeface="Calibri"/>
                <a:ea typeface="Calibri"/>
                <a:cs typeface="Calibri"/>
                <a:sym typeface="Calibri"/>
              </a:rPr>
              <a:t>http://seecs.nust.edu.pk/faculty/mianhamayun.html</a:t>
            </a:r>
            <a:endParaRPr sz="2000">
              <a:solidFill>
                <a:schemeClr val="dk2"/>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6">
            <a:alphaModFix/>
          </a:blip>
          <a:tile tx="0" ty="0" sx="100000" sy="100000" flip="none" algn="tl"/>
        </a:blipFill>
        <a:effectLst/>
      </p:bgPr>
    </p:bg>
    <p:spTree>
      <p:nvGrpSpPr>
        <p:cNvPr id="1" name="Shape 9"/>
        <p:cNvGrpSpPr/>
        <p:nvPr/>
      </p:nvGrpSpPr>
      <p:grpSpPr>
        <a:xfrm>
          <a:off x="0" y="0"/>
          <a:ext cx="0" cy="0"/>
          <a:chOff x="0" y="0"/>
          <a:chExt cx="0" cy="0"/>
        </a:xfrm>
      </p:grpSpPr>
      <p:sp>
        <p:nvSpPr>
          <p:cNvPr id="10" name="Google Shape;10;p51"/>
          <p:cNvSpPr/>
          <p:nvPr/>
        </p:nvSpPr>
        <p:spPr>
          <a:xfrm>
            <a:off x="0" y="0"/>
            <a:ext cx="228600" cy="6858000"/>
          </a:xfrm>
          <a:prstGeom prst="rect">
            <a:avLst/>
          </a:prstGeom>
          <a:gradFill>
            <a:gsLst>
              <a:gs pos="0">
                <a:schemeClr val="accent1"/>
              </a:gs>
              <a:gs pos="52000">
                <a:srgbClr val="992E2C"/>
              </a:gs>
              <a:gs pos="100000">
                <a:srgbClr val="661F1D"/>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 name="Google Shape;11;p51"/>
          <p:cNvSpPr/>
          <p:nvPr/>
        </p:nvSpPr>
        <p:spPr>
          <a:xfrm>
            <a:off x="0" y="0"/>
            <a:ext cx="228600" cy="6858000"/>
          </a:xfrm>
          <a:prstGeom prst="rect">
            <a:avLst/>
          </a:prstGeom>
          <a:gradFill>
            <a:gsLst>
              <a:gs pos="0">
                <a:srgbClr val="FEAC69"/>
              </a:gs>
              <a:gs pos="50000">
                <a:schemeClr val="accent1"/>
              </a:gs>
              <a:gs pos="100000">
                <a:srgbClr val="992E2C"/>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 name="Google Shape;12;p51"/>
          <p:cNvSpPr txBox="1">
            <a:spLocks noGrp="1"/>
          </p:cNvSpPr>
          <p:nvPr>
            <p:ph type="title"/>
          </p:nvPr>
        </p:nvSpPr>
        <p:spPr>
          <a:xfrm>
            <a:off x="1219200" y="5257800"/>
            <a:ext cx="7239000" cy="11430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lt1"/>
              </a:buClr>
              <a:buSzPts val="7200"/>
              <a:buFont typeface="Calibri"/>
              <a:buNone/>
              <a:defRPr sz="7200" b="1"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51"/>
          <p:cNvSpPr txBox="1">
            <a:spLocks noGrp="1"/>
          </p:cNvSpPr>
          <p:nvPr>
            <p:ph type="body" idx="1"/>
          </p:nvPr>
        </p:nvSpPr>
        <p:spPr>
          <a:xfrm>
            <a:off x="1219200" y="838200"/>
            <a:ext cx="7467600" cy="4419600"/>
          </a:xfrm>
          <a:prstGeom prst="rect">
            <a:avLst/>
          </a:prstGeom>
          <a:noFill/>
          <a:ln>
            <a:noFill/>
          </a:ln>
        </p:spPr>
        <p:txBody>
          <a:bodyPr spcFirstLastPara="1" wrap="square" lIns="91425" tIns="45700" rIns="91425" bIns="45700" anchor="t" anchorCtr="0">
            <a:normAutofit/>
          </a:bodyPr>
          <a:lstStyle>
            <a:lvl1pPr marL="457200" marR="0" lvl="0" indent="-406400" algn="l" rtl="0">
              <a:spcBef>
                <a:spcPts val="560"/>
              </a:spcBef>
              <a:spcAft>
                <a:spcPts val="0"/>
              </a:spcAft>
              <a:buClr>
                <a:schemeClr val="dk2"/>
              </a:buClr>
              <a:buSzPts val="2800"/>
              <a:buFont typeface="Arial"/>
              <a:buChar char="»"/>
              <a:defRPr sz="2800" b="0" i="0" u="none" strike="noStrike" cap="none">
                <a:solidFill>
                  <a:schemeClr val="dk2"/>
                </a:solidFill>
                <a:latin typeface="Calibri"/>
                <a:ea typeface="Calibri"/>
                <a:cs typeface="Calibri"/>
                <a:sym typeface="Calibri"/>
              </a:defRPr>
            </a:lvl1pPr>
            <a:lvl2pPr marL="914400" marR="0" lvl="1"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Calibri"/>
              <a:buChar char="&gt;"/>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Calibri"/>
              <a:buChar char="−"/>
              <a:defRPr sz="1800" b="0" i="0" u="none" strike="noStrike" cap="none">
                <a:solidFill>
                  <a:schemeClr val="dk1"/>
                </a:solidFill>
                <a:latin typeface="Calibri"/>
                <a:ea typeface="Calibri"/>
                <a:cs typeface="Calibri"/>
                <a:sym typeface="Calibri"/>
              </a:defRPr>
            </a:lvl9pPr>
          </a:lstStyle>
          <a:p>
            <a:endParaRPr/>
          </a:p>
        </p:txBody>
      </p:sp>
      <p:sp>
        <p:nvSpPr>
          <p:cNvPr id="14" name="Google Shape;14;p51"/>
          <p:cNvSpPr txBox="1">
            <a:spLocks noGrp="1"/>
          </p:cNvSpPr>
          <p:nvPr>
            <p:ph type="ftr" idx="11"/>
          </p:nvPr>
        </p:nvSpPr>
        <p:spPr>
          <a:xfrm>
            <a:off x="1259680" y="6553200"/>
            <a:ext cx="7162800" cy="228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C9BAD"/>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51"/>
          <p:cNvSpPr txBox="1">
            <a:spLocks noGrp="1"/>
          </p:cNvSpPr>
          <p:nvPr>
            <p:ph type="sldNum" idx="12"/>
          </p:nvPr>
        </p:nvSpPr>
        <p:spPr>
          <a:xfrm>
            <a:off x="8686800" y="5740400"/>
            <a:ext cx="381000" cy="365125"/>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1200" b="0" i="0" u="none" strike="noStrike" cap="none">
                <a:solidFill>
                  <a:srgbClr val="A59B98"/>
                </a:solidFill>
                <a:latin typeface="Calibri"/>
                <a:ea typeface="Calibri"/>
                <a:cs typeface="Calibri"/>
                <a:sym typeface="Calibri"/>
              </a:defRPr>
            </a:lvl1pPr>
            <a:lvl2pPr marL="0" marR="0" lvl="1" indent="0" algn="l" rtl="0">
              <a:spcBef>
                <a:spcPts val="0"/>
              </a:spcBef>
              <a:buNone/>
              <a:defRPr sz="1200" b="0" i="0" u="none" strike="noStrike" cap="none">
                <a:solidFill>
                  <a:srgbClr val="A59B98"/>
                </a:solidFill>
                <a:latin typeface="Calibri"/>
                <a:ea typeface="Calibri"/>
                <a:cs typeface="Calibri"/>
                <a:sym typeface="Calibri"/>
              </a:defRPr>
            </a:lvl2pPr>
            <a:lvl3pPr marL="0" marR="0" lvl="2" indent="0" algn="l" rtl="0">
              <a:spcBef>
                <a:spcPts val="0"/>
              </a:spcBef>
              <a:buNone/>
              <a:defRPr sz="1200" b="0" i="0" u="none" strike="noStrike" cap="none">
                <a:solidFill>
                  <a:srgbClr val="A59B98"/>
                </a:solidFill>
                <a:latin typeface="Calibri"/>
                <a:ea typeface="Calibri"/>
                <a:cs typeface="Calibri"/>
                <a:sym typeface="Calibri"/>
              </a:defRPr>
            </a:lvl3pPr>
            <a:lvl4pPr marL="0" marR="0" lvl="3" indent="0" algn="l" rtl="0">
              <a:spcBef>
                <a:spcPts val="0"/>
              </a:spcBef>
              <a:buNone/>
              <a:defRPr sz="1200" b="0" i="0" u="none" strike="noStrike" cap="none">
                <a:solidFill>
                  <a:srgbClr val="A59B98"/>
                </a:solidFill>
                <a:latin typeface="Calibri"/>
                <a:ea typeface="Calibri"/>
                <a:cs typeface="Calibri"/>
                <a:sym typeface="Calibri"/>
              </a:defRPr>
            </a:lvl4pPr>
            <a:lvl5pPr marL="0" marR="0" lvl="4" indent="0" algn="l" rtl="0">
              <a:spcBef>
                <a:spcPts val="0"/>
              </a:spcBef>
              <a:buNone/>
              <a:defRPr sz="1200" b="0" i="0" u="none" strike="noStrike" cap="none">
                <a:solidFill>
                  <a:srgbClr val="A59B98"/>
                </a:solidFill>
                <a:latin typeface="Calibri"/>
                <a:ea typeface="Calibri"/>
                <a:cs typeface="Calibri"/>
                <a:sym typeface="Calibri"/>
              </a:defRPr>
            </a:lvl5pPr>
            <a:lvl6pPr marL="0" marR="0" lvl="5" indent="0" algn="l" rtl="0">
              <a:spcBef>
                <a:spcPts val="0"/>
              </a:spcBef>
              <a:buNone/>
              <a:defRPr sz="1200" b="0" i="0" u="none" strike="noStrike" cap="none">
                <a:solidFill>
                  <a:srgbClr val="A59B98"/>
                </a:solidFill>
                <a:latin typeface="Calibri"/>
                <a:ea typeface="Calibri"/>
                <a:cs typeface="Calibri"/>
                <a:sym typeface="Calibri"/>
              </a:defRPr>
            </a:lvl6pPr>
            <a:lvl7pPr marL="0" marR="0" lvl="6" indent="0" algn="l" rtl="0">
              <a:spcBef>
                <a:spcPts val="0"/>
              </a:spcBef>
              <a:buNone/>
              <a:defRPr sz="1200" b="0" i="0" u="none" strike="noStrike" cap="none">
                <a:solidFill>
                  <a:srgbClr val="A59B98"/>
                </a:solidFill>
                <a:latin typeface="Calibri"/>
                <a:ea typeface="Calibri"/>
                <a:cs typeface="Calibri"/>
                <a:sym typeface="Calibri"/>
              </a:defRPr>
            </a:lvl7pPr>
            <a:lvl8pPr marL="0" marR="0" lvl="7" indent="0" algn="l" rtl="0">
              <a:spcBef>
                <a:spcPts val="0"/>
              </a:spcBef>
              <a:buNone/>
              <a:defRPr sz="1200" b="0" i="0" u="none" strike="noStrike" cap="none">
                <a:solidFill>
                  <a:srgbClr val="A59B98"/>
                </a:solidFill>
                <a:latin typeface="Calibri"/>
                <a:ea typeface="Calibri"/>
                <a:cs typeface="Calibri"/>
                <a:sym typeface="Calibri"/>
              </a:defRPr>
            </a:lvl8pPr>
            <a:lvl9pPr marL="0" marR="0" lvl="8" indent="0" algn="l" rtl="0">
              <a:spcBef>
                <a:spcPts val="0"/>
              </a:spcBef>
              <a:buNone/>
              <a:defRPr sz="1200" b="0" i="0" u="none" strike="noStrike" cap="none">
                <a:solidFill>
                  <a:srgbClr val="A59B98"/>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
        <p:nvSpPr>
          <p:cNvPr id="16" name="Google Shape;16;p51"/>
          <p:cNvSpPr/>
          <p:nvPr/>
        </p:nvSpPr>
        <p:spPr>
          <a:xfrm>
            <a:off x="8453438" y="5715000"/>
            <a:ext cx="242887" cy="431800"/>
          </a:xfrm>
          <a:custGeom>
            <a:avLst/>
            <a:gdLst/>
            <a:ahLst/>
            <a:cxnLst/>
            <a:rect l="l" t="t" r="r" b="b"/>
            <a:pathLst>
              <a:path w="153" h="272" extrusionOk="0">
                <a:moveTo>
                  <a:pt x="62" y="0"/>
                </a:moveTo>
                <a:lnTo>
                  <a:pt x="0" y="0"/>
                </a:lnTo>
                <a:lnTo>
                  <a:pt x="89" y="136"/>
                </a:lnTo>
                <a:lnTo>
                  <a:pt x="89" y="136"/>
                </a:lnTo>
                <a:lnTo>
                  <a:pt x="0" y="272"/>
                </a:lnTo>
                <a:lnTo>
                  <a:pt x="62" y="272"/>
                </a:lnTo>
                <a:lnTo>
                  <a:pt x="153" y="136"/>
                </a:lnTo>
                <a:lnTo>
                  <a:pt x="62" y="0"/>
                </a:lnTo>
                <a:close/>
              </a:path>
            </a:pathLst>
          </a:custGeom>
          <a:solidFill>
            <a:srgbClr val="A59B9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 name="Google Shape;17;p51"/>
          <p:cNvSpPr txBox="1">
            <a:spLocks noGrp="1"/>
          </p:cNvSpPr>
          <p:nvPr>
            <p:ph type="dt" idx="10"/>
          </p:nvPr>
        </p:nvSpPr>
        <p:spPr>
          <a:xfrm rot="-5400000">
            <a:off x="-1198682" y="4821116"/>
            <a:ext cx="2625969" cy="228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nodeType="withEffect">
                                  <p:stCondLst>
                                    <p:cond delay="500"/>
                                  </p:stCondLst>
                                  <p:childTnLst>
                                    <p:animEffect transition="out" filter="fade">
                                      <p:cBhvr>
                                        <p:cTn id="6" dur="2000"/>
                                        <p:tgtEl>
                                          <p:spTgt spid="11"/>
                                        </p:tgtEl>
                                      </p:cBhvr>
                                    </p:animEffect>
                                    <p:set>
                                      <p:cBhvr>
                                        <p:cTn id="7" dur="1" fill="hold">
                                          <p:stCondLst>
                                            <p:cond delay="2000"/>
                                          </p:stCondLst>
                                        </p:cTn>
                                        <p:tgtEl>
                                          <p:spTgt spid="11"/>
                                        </p:tgtEl>
                                        <p:attrNameLst>
                                          <p:attrName>style.visibility</p:attrName>
                                        </p:attrNameLst>
                                      </p:cBhvr>
                                      <p:to>
                                        <p:strVal val="hidden"/>
                                      </p:to>
                                    </p:se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yesha.kanwal@seecs.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335194f3ebb_0_187"/>
          <p:cNvSpPr txBox="1">
            <a:spLocks noGrp="1"/>
          </p:cNvSpPr>
          <p:nvPr>
            <p:ph type="ctrTitle"/>
          </p:nvPr>
        </p:nvSpPr>
        <p:spPr>
          <a:xfrm>
            <a:off x="990600" y="685800"/>
            <a:ext cx="7924800" cy="10668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C00000"/>
              </a:buClr>
              <a:buSzPts val="3600"/>
              <a:buFont typeface="Calibri"/>
              <a:buNone/>
            </a:pPr>
            <a:r>
              <a:rPr lang="en-US" sz="3600">
                <a:solidFill>
                  <a:srgbClr val="C00000"/>
                </a:solidFill>
              </a:rPr>
              <a:t>CS212: Object-Oriented Programming</a:t>
            </a:r>
            <a:endParaRPr/>
          </a:p>
        </p:txBody>
      </p:sp>
      <p:sp>
        <p:nvSpPr>
          <p:cNvPr id="115" name="Google Shape;115;g335194f3ebb_0_187"/>
          <p:cNvSpPr txBox="1">
            <a:spLocks noGrp="1"/>
          </p:cNvSpPr>
          <p:nvPr>
            <p:ph type="subTitle" idx="1"/>
          </p:nvPr>
        </p:nvSpPr>
        <p:spPr>
          <a:xfrm>
            <a:off x="990600" y="1752600"/>
            <a:ext cx="6781800" cy="762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0070C0"/>
              </a:buClr>
              <a:buSzPts val="3200"/>
              <a:buNone/>
            </a:pPr>
            <a:r>
              <a:rPr lang="en-US" sz="3200">
                <a:solidFill>
                  <a:srgbClr val="0070C0"/>
                </a:solidFill>
                <a:latin typeface="Calibri"/>
                <a:ea typeface="Calibri"/>
                <a:cs typeface="Calibri"/>
                <a:sym typeface="Calibri"/>
              </a:rPr>
              <a:t>Introduction</a:t>
            </a:r>
            <a:endParaRPr/>
          </a:p>
        </p:txBody>
      </p:sp>
      <p:sp>
        <p:nvSpPr>
          <p:cNvPr id="116" name="Google Shape;116;g335194f3ebb_0_187"/>
          <p:cNvSpPr txBox="1"/>
          <p:nvPr/>
        </p:nvSpPr>
        <p:spPr>
          <a:xfrm>
            <a:off x="990600" y="5105400"/>
            <a:ext cx="7772400" cy="14478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l" rtl="0">
              <a:spcBef>
                <a:spcPts val="0"/>
              </a:spcBef>
              <a:spcAft>
                <a:spcPts val="0"/>
              </a:spcAft>
              <a:buClr>
                <a:srgbClr val="9FACBA"/>
              </a:buClr>
              <a:buSzPct val="100000"/>
              <a:buFont typeface="Noto Sans Symbols"/>
              <a:buNone/>
            </a:pPr>
            <a:endParaRPr sz="1400" dirty="0">
              <a:solidFill>
                <a:schemeClr val="dk2"/>
              </a:solidFill>
              <a:latin typeface="Calibri"/>
              <a:ea typeface="Calibri"/>
              <a:cs typeface="Calibri"/>
              <a:sym typeface="Calibri"/>
            </a:endParaRPr>
          </a:p>
          <a:p>
            <a:pPr marL="0" marR="0" lvl="0" indent="0" algn="l" rtl="0">
              <a:spcBef>
                <a:spcPts val="714"/>
              </a:spcBef>
              <a:spcAft>
                <a:spcPts val="0"/>
              </a:spcAft>
              <a:buClr>
                <a:srgbClr val="9FACBA"/>
              </a:buClr>
              <a:buSzPct val="100000"/>
              <a:buFont typeface="Noto Sans Symbols"/>
              <a:buNone/>
            </a:pPr>
            <a:r>
              <a:rPr lang="en-US" sz="4200" b="1" dirty="0">
                <a:solidFill>
                  <a:schemeClr val="dk1"/>
                </a:solidFill>
                <a:latin typeface="Arial"/>
                <a:ea typeface="Arial"/>
                <a:cs typeface="Arial"/>
                <a:sym typeface="Arial"/>
              </a:rPr>
              <a:t>Ayesha Kanwal</a:t>
            </a:r>
            <a:endParaRPr sz="3300" b="1" dirty="0">
              <a:solidFill>
                <a:schemeClr val="dk1"/>
              </a:solidFill>
              <a:latin typeface="Arial"/>
              <a:ea typeface="Arial"/>
              <a:cs typeface="Arial"/>
              <a:sym typeface="Arial"/>
            </a:endParaRPr>
          </a:p>
          <a:p>
            <a:pPr marL="0" marR="0" lvl="0" indent="0" algn="l" rtl="0">
              <a:spcBef>
                <a:spcPts val="408"/>
              </a:spcBef>
              <a:spcAft>
                <a:spcPts val="0"/>
              </a:spcAft>
              <a:buClr>
                <a:srgbClr val="9FACBA"/>
              </a:buClr>
              <a:buSzPct val="100000"/>
              <a:buFont typeface="Noto Sans Symbols"/>
              <a:buNone/>
            </a:pPr>
            <a:r>
              <a:rPr lang="en-US" sz="2400" u="sng" dirty="0">
                <a:solidFill>
                  <a:schemeClr val="hlink"/>
                </a:solidFill>
                <a:latin typeface="Calibri"/>
                <a:ea typeface="Calibri"/>
                <a:cs typeface="Calibri"/>
                <a:sym typeface="Calibri"/>
                <a:hlinkClick r:id="rId3"/>
              </a:rPr>
              <a:t>Ayesha.kanwal@seecs.edu.pk</a:t>
            </a:r>
            <a:endParaRPr sz="2400" dirty="0">
              <a:solidFill>
                <a:schemeClr val="dk2"/>
              </a:solidFill>
              <a:latin typeface="Calibri"/>
              <a:ea typeface="Calibri"/>
              <a:cs typeface="Calibri"/>
              <a:sym typeface="Calibri"/>
            </a:endParaRPr>
          </a:p>
          <a:p>
            <a:pPr marL="0" marR="0" lvl="0" indent="0" algn="l" rtl="0">
              <a:spcBef>
                <a:spcPts val="408"/>
              </a:spcBef>
              <a:spcAft>
                <a:spcPts val="0"/>
              </a:spcAft>
              <a:buClr>
                <a:srgbClr val="9FACBA"/>
              </a:buClr>
              <a:buSzPct val="100000"/>
              <a:buFont typeface="Noto Sans Symbols"/>
              <a:buNone/>
            </a:pPr>
            <a:r>
              <a:rPr lang="en-US" sz="2400" dirty="0">
                <a:solidFill>
                  <a:schemeClr val="dk2"/>
                </a:solidFill>
                <a:latin typeface="Calibri"/>
                <a:ea typeface="Calibri"/>
                <a:cs typeface="Calibri"/>
                <a:sym typeface="Calibri"/>
              </a:rPr>
              <a:t>Slides Courtesy (Dr. Nazia </a:t>
            </a:r>
            <a:r>
              <a:rPr lang="en-US" sz="2400" dirty="0" err="1">
                <a:solidFill>
                  <a:schemeClr val="dk2"/>
                </a:solidFill>
                <a:latin typeface="Calibri"/>
                <a:ea typeface="Calibri"/>
                <a:cs typeface="Calibri"/>
                <a:sym typeface="Calibri"/>
              </a:rPr>
              <a:t>Perwais</a:t>
            </a:r>
            <a:r>
              <a:rPr lang="en-US" sz="2400" dirty="0">
                <a:solidFill>
                  <a:schemeClr val="dk2"/>
                </a:solidFill>
                <a:latin typeface="Calibri"/>
                <a:ea typeface="Calibri"/>
                <a:cs typeface="Calibri"/>
                <a:sym typeface="Calibri"/>
              </a:rPr>
              <a:t>)</a:t>
            </a:r>
            <a:endParaRPr sz="1400" dirty="0">
              <a:solidFill>
                <a:schemeClr val="dk2"/>
              </a:solidFill>
              <a:latin typeface="Calibri"/>
              <a:ea typeface="Calibri"/>
              <a:cs typeface="Calibri"/>
              <a:sym typeface="Calibri"/>
            </a:endParaRPr>
          </a:p>
        </p:txBody>
      </p:sp>
      <p:pic>
        <p:nvPicPr>
          <p:cNvPr id="117" name="Google Shape;117;g335194f3ebb_0_187"/>
          <p:cNvPicPr preferRelativeResize="0"/>
          <p:nvPr/>
        </p:nvPicPr>
        <p:blipFill rotWithShape="1">
          <a:blip r:embed="rId4">
            <a:alphaModFix/>
          </a:blip>
          <a:srcRect/>
          <a:stretch/>
        </p:blipFill>
        <p:spPr>
          <a:xfrm>
            <a:off x="6648450" y="5019675"/>
            <a:ext cx="2495550" cy="1838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335194f3ebb_0_0"/>
          <p:cNvSpPr/>
          <p:nvPr/>
        </p:nvSpPr>
        <p:spPr>
          <a:xfrm>
            <a:off x="685800" y="1114097"/>
            <a:ext cx="7848000" cy="5402400"/>
          </a:xfrm>
          <a:prstGeom prst="rect">
            <a:avLst/>
          </a:prstGeom>
          <a:noFill/>
          <a:ln>
            <a:noFill/>
          </a:ln>
        </p:spPr>
        <p:txBody>
          <a:bodyPr spcFirstLastPara="1" wrap="square" lIns="90000" tIns="45000" rIns="90000" bIns="45000" anchor="t" anchorCtr="0">
            <a:noAutofit/>
          </a:bodyPr>
          <a:lstStyle/>
          <a:p>
            <a:pPr marL="720" marR="0" lvl="0" indent="0" algn="l" rtl="0">
              <a:spcBef>
                <a:spcPts val="0"/>
              </a:spcBef>
              <a:spcAft>
                <a:spcPts val="0"/>
              </a:spcAft>
              <a:buNone/>
            </a:pPr>
            <a:r>
              <a:rPr lang="en-US" sz="2400">
                <a:solidFill>
                  <a:srgbClr val="675D59"/>
                </a:solidFill>
                <a:latin typeface="Calibri"/>
                <a:ea typeface="Calibri"/>
                <a:cs typeface="Calibri"/>
                <a:sym typeface="Calibri"/>
              </a:rPr>
              <a:t>Last week we learnt</a:t>
            </a:r>
            <a:r>
              <a:rPr lang="en-US" sz="2400" b="0" i="0" u="none" strike="noStrike" cap="none">
                <a:solidFill>
                  <a:srgbClr val="675D59"/>
                </a:solidFill>
                <a:latin typeface="Calibri"/>
                <a:ea typeface="Calibri"/>
                <a:cs typeface="Calibri"/>
                <a:sym typeface="Calibri"/>
              </a:rPr>
              <a:t>: </a:t>
            </a:r>
            <a:endParaRPr/>
          </a:p>
          <a:p>
            <a:pPr marL="343080" marR="0" lvl="0" indent="-342360" algn="l" rtl="0">
              <a:spcBef>
                <a:spcPts val="0"/>
              </a:spcBef>
              <a:spcAft>
                <a:spcPts val="0"/>
              </a:spcAft>
              <a:buClr>
                <a:srgbClr val="675D59"/>
              </a:buClr>
              <a:buSzPts val="2400"/>
              <a:buFont typeface="Arial"/>
              <a:buChar char="»"/>
            </a:pPr>
            <a:r>
              <a:rPr lang="en-US" sz="2400" b="0" i="0" u="none" strike="noStrike" cap="none">
                <a:solidFill>
                  <a:srgbClr val="675D59"/>
                </a:solidFill>
                <a:latin typeface="Calibri"/>
                <a:ea typeface="Calibri"/>
                <a:cs typeface="Calibri"/>
                <a:sym typeface="Calibri"/>
              </a:rPr>
              <a:t>What are </a:t>
            </a:r>
            <a:r>
              <a:rPr lang="en-US" sz="2400" b="0" i="0" u="none" strike="noStrike" cap="none">
                <a:solidFill>
                  <a:srgbClr val="1155CC"/>
                </a:solidFill>
                <a:latin typeface="Calibri"/>
                <a:ea typeface="Calibri"/>
                <a:cs typeface="Calibri"/>
                <a:sym typeface="Calibri"/>
              </a:rPr>
              <a:t>classes</a:t>
            </a:r>
            <a:r>
              <a:rPr lang="en-US" sz="2400">
                <a:solidFill>
                  <a:srgbClr val="1155CC"/>
                </a:solidFill>
                <a:latin typeface="Calibri"/>
                <a:ea typeface="Calibri"/>
                <a:cs typeface="Calibri"/>
                <a:sym typeface="Calibri"/>
              </a:rPr>
              <a:t> and</a:t>
            </a:r>
            <a:r>
              <a:rPr lang="en-US" sz="2400" b="0" i="0" u="none" strike="noStrike" cap="none">
                <a:solidFill>
                  <a:srgbClr val="1155CC"/>
                </a:solidFill>
                <a:latin typeface="Calibri"/>
                <a:ea typeface="Calibri"/>
                <a:cs typeface="Calibri"/>
                <a:sym typeface="Calibri"/>
              </a:rPr>
              <a:t> objects</a:t>
            </a:r>
            <a:endParaRPr sz="2400" b="0" i="0" u="none" strike="noStrike" cap="none">
              <a:solidFill>
                <a:srgbClr val="675D59"/>
              </a:solidFill>
              <a:latin typeface="Calibri"/>
              <a:ea typeface="Calibri"/>
              <a:cs typeface="Calibri"/>
              <a:sym typeface="Calibri"/>
            </a:endParaRPr>
          </a:p>
          <a:p>
            <a:pPr marL="343080" marR="0" lvl="0" indent="-342360" algn="l" rtl="0">
              <a:spcBef>
                <a:spcPts val="0"/>
              </a:spcBef>
              <a:spcAft>
                <a:spcPts val="0"/>
              </a:spcAft>
              <a:buClr>
                <a:srgbClr val="675D59"/>
              </a:buClr>
              <a:buSzPts val="2400"/>
              <a:buFont typeface="Arial"/>
              <a:buChar char="»"/>
            </a:pPr>
            <a:r>
              <a:rPr lang="en-US" sz="2400" b="0" i="0" u="none" strike="noStrike" cap="none">
                <a:solidFill>
                  <a:srgbClr val="675D59"/>
                </a:solidFill>
                <a:latin typeface="Calibri"/>
                <a:ea typeface="Calibri"/>
                <a:cs typeface="Calibri"/>
                <a:sym typeface="Calibri"/>
              </a:rPr>
              <a:t>How to </a:t>
            </a:r>
            <a:r>
              <a:rPr lang="en-US" sz="2400" b="0" i="0" u="none" strike="noStrike" cap="none">
                <a:solidFill>
                  <a:srgbClr val="0070C0"/>
                </a:solidFill>
                <a:latin typeface="Calibri"/>
                <a:ea typeface="Calibri"/>
                <a:cs typeface="Calibri"/>
                <a:sym typeface="Calibri"/>
              </a:rPr>
              <a:t>declare a class</a:t>
            </a:r>
            <a:r>
              <a:rPr lang="en-US" sz="2400" b="0" i="0" u="none" strike="noStrike" cap="none">
                <a:solidFill>
                  <a:srgbClr val="675D59"/>
                </a:solidFill>
                <a:latin typeface="Calibri"/>
                <a:ea typeface="Calibri"/>
                <a:cs typeface="Calibri"/>
                <a:sym typeface="Calibri"/>
              </a:rPr>
              <a:t> </a:t>
            </a:r>
            <a:endParaRPr sz="2400">
              <a:solidFill>
                <a:srgbClr val="675D59"/>
              </a:solidFill>
              <a:latin typeface="Calibri"/>
              <a:ea typeface="Calibri"/>
              <a:cs typeface="Calibri"/>
              <a:sym typeface="Calibri"/>
            </a:endParaRPr>
          </a:p>
          <a:p>
            <a:pPr marL="343080" marR="0" lvl="0" indent="-342360" algn="l" rtl="0">
              <a:spcBef>
                <a:spcPts val="0"/>
              </a:spcBef>
              <a:spcAft>
                <a:spcPts val="0"/>
              </a:spcAft>
              <a:buClr>
                <a:srgbClr val="675D59"/>
              </a:buClr>
              <a:buSzPts val="2400"/>
              <a:buFont typeface="Arial"/>
              <a:buChar char="»"/>
            </a:pPr>
            <a:r>
              <a:rPr lang="en-US" sz="2400">
                <a:solidFill>
                  <a:srgbClr val="675D59"/>
                </a:solidFill>
                <a:latin typeface="Calibri"/>
                <a:ea typeface="Calibri"/>
                <a:cs typeface="Calibri"/>
                <a:sym typeface="Calibri"/>
              </a:rPr>
              <a:t>How </a:t>
            </a:r>
            <a:r>
              <a:rPr lang="en-US" sz="2400" b="0" i="0" u="none" strike="noStrike" cap="none">
                <a:solidFill>
                  <a:srgbClr val="675D59"/>
                </a:solidFill>
                <a:latin typeface="Calibri"/>
                <a:ea typeface="Calibri"/>
                <a:cs typeface="Calibri"/>
                <a:sym typeface="Calibri"/>
              </a:rPr>
              <a:t>to </a:t>
            </a:r>
            <a:r>
              <a:rPr lang="en-US" sz="2400" b="0" i="0" u="none" strike="noStrike" cap="none">
                <a:solidFill>
                  <a:srgbClr val="0070C0"/>
                </a:solidFill>
                <a:latin typeface="Calibri"/>
                <a:ea typeface="Calibri"/>
                <a:cs typeface="Calibri"/>
                <a:sym typeface="Calibri"/>
              </a:rPr>
              <a:t>create an object</a:t>
            </a:r>
            <a:endParaRPr/>
          </a:p>
          <a:p>
            <a:pPr marL="343080" marR="0" lvl="0" indent="-342360" algn="l" rtl="0">
              <a:spcBef>
                <a:spcPts val="0"/>
              </a:spcBef>
              <a:spcAft>
                <a:spcPts val="0"/>
              </a:spcAft>
              <a:buClr>
                <a:srgbClr val="675D59"/>
              </a:buClr>
              <a:buSzPts val="2400"/>
              <a:buFont typeface="Arial"/>
              <a:buChar char="»"/>
            </a:pPr>
            <a:r>
              <a:rPr lang="en-US" sz="2400" b="0" i="0" u="none" strike="noStrike" cap="none">
                <a:solidFill>
                  <a:srgbClr val="675D59"/>
                </a:solidFill>
                <a:latin typeface="Calibri"/>
                <a:ea typeface="Calibri"/>
                <a:cs typeface="Calibri"/>
                <a:sym typeface="Calibri"/>
              </a:rPr>
              <a:t>How to </a:t>
            </a:r>
            <a:r>
              <a:rPr lang="en-US" sz="2400" b="0" i="0" u="none" strike="noStrike" cap="none">
                <a:solidFill>
                  <a:srgbClr val="0070C0"/>
                </a:solidFill>
                <a:latin typeface="Calibri"/>
                <a:ea typeface="Calibri"/>
                <a:cs typeface="Calibri"/>
                <a:sym typeface="Calibri"/>
              </a:rPr>
              <a:t>declare methods</a:t>
            </a:r>
            <a:r>
              <a:rPr lang="en-US" sz="2400" b="0" i="0" u="none" strike="noStrike" cap="none">
                <a:solidFill>
                  <a:srgbClr val="675D59"/>
                </a:solidFill>
                <a:latin typeface="Calibri"/>
                <a:ea typeface="Calibri"/>
                <a:cs typeface="Calibri"/>
                <a:sym typeface="Calibri"/>
              </a:rPr>
              <a:t> in a class </a:t>
            </a:r>
            <a:endParaRPr/>
          </a:p>
          <a:p>
            <a:pPr marL="343080" marR="0" lvl="0" indent="-342360" algn="l" rtl="0">
              <a:spcBef>
                <a:spcPts val="0"/>
              </a:spcBef>
              <a:spcAft>
                <a:spcPts val="0"/>
              </a:spcAft>
              <a:buClr>
                <a:srgbClr val="675D59"/>
              </a:buClr>
              <a:buSzPts val="2400"/>
              <a:buFont typeface="Arial"/>
              <a:buChar char="»"/>
            </a:pPr>
            <a:r>
              <a:rPr lang="en-US" sz="2400" b="0" i="0" u="none" strike="noStrike" cap="none">
                <a:solidFill>
                  <a:srgbClr val="675D59"/>
                </a:solidFill>
                <a:latin typeface="Calibri"/>
                <a:ea typeface="Calibri"/>
                <a:cs typeface="Calibri"/>
                <a:sym typeface="Calibri"/>
              </a:rPr>
              <a:t>How to </a:t>
            </a:r>
            <a:r>
              <a:rPr lang="en-US" sz="2400" b="0" i="0" u="none" strike="noStrike" cap="none">
                <a:solidFill>
                  <a:srgbClr val="0070C0"/>
                </a:solidFill>
                <a:latin typeface="Calibri"/>
                <a:ea typeface="Calibri"/>
                <a:cs typeface="Calibri"/>
                <a:sym typeface="Calibri"/>
              </a:rPr>
              <a:t>call a</a:t>
            </a:r>
            <a:r>
              <a:rPr lang="en-US" sz="2400">
                <a:solidFill>
                  <a:srgbClr val="0070C0"/>
                </a:solidFill>
                <a:latin typeface="Calibri"/>
                <a:ea typeface="Calibri"/>
                <a:cs typeface="Calibri"/>
                <a:sym typeface="Calibri"/>
              </a:rPr>
              <a:t> </a:t>
            </a:r>
            <a:r>
              <a:rPr lang="en-US" sz="2400" b="0" i="0" u="none" strike="noStrike" cap="none">
                <a:solidFill>
                  <a:srgbClr val="0070C0"/>
                </a:solidFill>
                <a:latin typeface="Calibri"/>
                <a:ea typeface="Calibri"/>
                <a:cs typeface="Calibri"/>
                <a:sym typeface="Calibri"/>
              </a:rPr>
              <a:t>method</a:t>
            </a:r>
            <a:r>
              <a:rPr lang="en-US" sz="2400">
                <a:solidFill>
                  <a:srgbClr val="675D59"/>
                </a:solidFill>
                <a:latin typeface="Calibri"/>
                <a:ea typeface="Calibri"/>
                <a:cs typeface="Calibri"/>
                <a:sym typeface="Calibri"/>
              </a:rPr>
              <a:t> using object</a:t>
            </a:r>
            <a:endParaRPr/>
          </a:p>
          <a:p>
            <a:pPr marL="343080" marR="0" lvl="0" indent="-342360" algn="l" rtl="0">
              <a:spcBef>
                <a:spcPts val="0"/>
              </a:spcBef>
              <a:spcAft>
                <a:spcPts val="0"/>
              </a:spcAft>
              <a:buClr>
                <a:srgbClr val="675D59"/>
              </a:buClr>
              <a:buSzPts val="2400"/>
              <a:buFont typeface="Arial"/>
              <a:buChar char="»"/>
            </a:pPr>
            <a:r>
              <a:rPr lang="en-US" sz="2400">
                <a:solidFill>
                  <a:srgbClr val="0070C0"/>
                </a:solidFill>
                <a:latin typeface="Calibri"/>
                <a:ea typeface="Calibri"/>
                <a:cs typeface="Calibri"/>
                <a:sym typeface="Calibri"/>
              </a:rPr>
              <a:t>I</a:t>
            </a:r>
            <a:r>
              <a:rPr lang="en-US" sz="2400" b="0" i="0" u="none" strike="noStrike" cap="none">
                <a:solidFill>
                  <a:srgbClr val="0070C0"/>
                </a:solidFill>
                <a:latin typeface="Calibri"/>
                <a:ea typeface="Calibri"/>
                <a:cs typeface="Calibri"/>
                <a:sym typeface="Calibri"/>
              </a:rPr>
              <a:t>nstance variables</a:t>
            </a:r>
            <a:r>
              <a:rPr lang="en-US" sz="2400">
                <a:solidFill>
                  <a:srgbClr val="0070C0"/>
                </a:solidFill>
                <a:latin typeface="Calibri"/>
                <a:ea typeface="Calibri"/>
                <a:cs typeface="Calibri"/>
                <a:sym typeface="Calibri"/>
              </a:rPr>
              <a:t> </a:t>
            </a:r>
            <a:r>
              <a:rPr lang="en-US" sz="2400">
                <a:solidFill>
                  <a:srgbClr val="675D59"/>
                </a:solidFill>
                <a:latin typeface="Calibri"/>
                <a:ea typeface="Calibri"/>
                <a:cs typeface="Calibri"/>
                <a:sym typeface="Calibri"/>
              </a:rPr>
              <a:t>vs</a:t>
            </a:r>
            <a:r>
              <a:rPr lang="en-US" sz="2400" b="0" i="0" u="none" strike="noStrike" cap="none">
                <a:solidFill>
                  <a:srgbClr val="675D59"/>
                </a:solidFill>
                <a:latin typeface="Calibri"/>
                <a:ea typeface="Calibri"/>
                <a:cs typeface="Calibri"/>
                <a:sym typeface="Calibri"/>
              </a:rPr>
              <a:t> </a:t>
            </a:r>
            <a:r>
              <a:rPr lang="en-US" sz="2400" b="0" i="0" u="none" strike="noStrike" cap="none">
                <a:solidFill>
                  <a:srgbClr val="0070C0"/>
                </a:solidFill>
                <a:latin typeface="Calibri"/>
                <a:ea typeface="Calibri"/>
                <a:cs typeface="Calibri"/>
                <a:sym typeface="Calibri"/>
              </a:rPr>
              <a:t>local variables </a:t>
            </a:r>
            <a:r>
              <a:rPr lang="en-US" sz="2400">
                <a:solidFill>
                  <a:srgbClr val="675D59"/>
                </a:solidFill>
                <a:latin typeface="Calibri"/>
                <a:ea typeface="Calibri"/>
                <a:cs typeface="Calibri"/>
                <a:sym typeface="Calibri"/>
              </a:rPr>
              <a:t>vs </a:t>
            </a:r>
            <a:r>
              <a:rPr lang="en-US" sz="2400" b="0" i="0" u="none" strike="noStrike" cap="none">
                <a:solidFill>
                  <a:srgbClr val="0070C0"/>
                </a:solidFill>
                <a:latin typeface="Calibri"/>
                <a:ea typeface="Calibri"/>
                <a:cs typeface="Calibri"/>
                <a:sym typeface="Calibri"/>
              </a:rPr>
              <a:t>Static variables</a:t>
            </a:r>
            <a:endParaRPr>
              <a:solidFill>
                <a:srgbClr val="0070C0"/>
              </a:solidFill>
            </a:endParaRPr>
          </a:p>
          <a:p>
            <a:pPr marL="343080" marR="0" lvl="0" indent="-342360" algn="l" rtl="0">
              <a:spcBef>
                <a:spcPts val="0"/>
              </a:spcBef>
              <a:spcAft>
                <a:spcPts val="0"/>
              </a:spcAft>
              <a:buClr>
                <a:srgbClr val="675D59"/>
              </a:buClr>
              <a:buSzPts val="2400"/>
              <a:buFont typeface="Arial"/>
              <a:buChar char="»"/>
            </a:pPr>
            <a:r>
              <a:rPr lang="en-US" sz="2400" b="0" i="0" u="none" strike="noStrike" cap="none">
                <a:solidFill>
                  <a:srgbClr val="675D59"/>
                </a:solidFill>
                <a:latin typeface="Calibri"/>
                <a:ea typeface="Calibri"/>
                <a:cs typeface="Calibri"/>
                <a:sym typeface="Calibri"/>
              </a:rPr>
              <a:t>How to </a:t>
            </a:r>
            <a:r>
              <a:rPr lang="en-US" sz="2400" b="0" i="0" u="none" strike="noStrike" cap="none">
                <a:solidFill>
                  <a:srgbClr val="0070C0"/>
                </a:solidFill>
                <a:latin typeface="Calibri"/>
                <a:ea typeface="Calibri"/>
                <a:cs typeface="Calibri"/>
                <a:sym typeface="Calibri"/>
              </a:rPr>
              <a:t>use a constructor/ </a:t>
            </a:r>
            <a:r>
              <a:rPr lang="en-US" sz="2400">
                <a:solidFill>
                  <a:srgbClr val="0070C0"/>
                </a:solidFill>
                <a:latin typeface="Calibri"/>
                <a:ea typeface="Calibri"/>
                <a:cs typeface="Calibri"/>
                <a:sym typeface="Calibri"/>
              </a:rPr>
              <a:t>parameterized</a:t>
            </a:r>
            <a:r>
              <a:rPr lang="en-US" sz="2400" b="0" i="0" u="none" strike="noStrike" cap="none">
                <a:solidFill>
                  <a:srgbClr val="0070C0"/>
                </a:solidFill>
                <a:latin typeface="Calibri"/>
                <a:ea typeface="Calibri"/>
                <a:cs typeface="Calibri"/>
                <a:sym typeface="Calibri"/>
              </a:rPr>
              <a:t> constructor</a:t>
            </a:r>
            <a:r>
              <a:rPr lang="en-US" sz="2400" b="0" i="0" u="none" strike="noStrike" cap="none">
                <a:solidFill>
                  <a:srgbClr val="675D59"/>
                </a:solidFill>
                <a:latin typeface="Calibri"/>
                <a:ea typeface="Calibri"/>
                <a:cs typeface="Calibri"/>
                <a:sym typeface="Calibri"/>
              </a:rPr>
              <a:t> </a:t>
            </a:r>
            <a:endParaRPr/>
          </a:p>
          <a:p>
            <a:pPr marL="343080" marR="0" lvl="0" indent="-342360" algn="l" rtl="0">
              <a:spcBef>
                <a:spcPts val="0"/>
              </a:spcBef>
              <a:spcAft>
                <a:spcPts val="0"/>
              </a:spcAft>
              <a:buClr>
                <a:srgbClr val="675D59"/>
              </a:buClr>
              <a:buSzPts val="2400"/>
              <a:buFont typeface="Arial"/>
              <a:buChar char="»"/>
            </a:pPr>
            <a:r>
              <a:rPr lang="en-US" sz="2400">
                <a:solidFill>
                  <a:srgbClr val="0070C0"/>
                </a:solidFill>
                <a:latin typeface="Calibri"/>
                <a:ea typeface="Calibri"/>
                <a:cs typeface="Calibri"/>
                <a:sym typeface="Calibri"/>
              </a:rPr>
              <a:t>Date class</a:t>
            </a:r>
            <a:r>
              <a:rPr lang="en-US" sz="2400">
                <a:solidFill>
                  <a:srgbClr val="675D59"/>
                </a:solidFill>
                <a:latin typeface="Calibri"/>
                <a:ea typeface="Calibri"/>
                <a:cs typeface="Calibri"/>
                <a:sym typeface="Calibri"/>
              </a:rPr>
              <a:t> methods</a:t>
            </a:r>
            <a:endParaRPr sz="2400">
              <a:solidFill>
                <a:srgbClr val="675D59"/>
              </a:solidFill>
              <a:latin typeface="Calibri"/>
              <a:ea typeface="Calibri"/>
              <a:cs typeface="Calibri"/>
              <a:sym typeface="Calibri"/>
            </a:endParaRPr>
          </a:p>
          <a:p>
            <a:pPr marL="343080" marR="0" lvl="0" indent="-342360" algn="l" rtl="0">
              <a:spcBef>
                <a:spcPts val="0"/>
              </a:spcBef>
              <a:spcAft>
                <a:spcPts val="0"/>
              </a:spcAft>
              <a:buClr>
                <a:srgbClr val="675D59"/>
              </a:buClr>
              <a:buSzPts val="2400"/>
              <a:buFont typeface="Calibri"/>
              <a:buChar char="»"/>
            </a:pPr>
            <a:r>
              <a:rPr lang="en-US" sz="2400">
                <a:solidFill>
                  <a:srgbClr val="0070C0"/>
                </a:solidFill>
                <a:latin typeface="Calibri"/>
                <a:ea typeface="Calibri"/>
                <a:cs typeface="Calibri"/>
                <a:sym typeface="Calibri"/>
              </a:rPr>
              <a:t>Random class</a:t>
            </a:r>
            <a:r>
              <a:rPr lang="en-US" sz="2400">
                <a:solidFill>
                  <a:srgbClr val="675D59"/>
                </a:solidFill>
                <a:latin typeface="Calibri"/>
                <a:ea typeface="Calibri"/>
                <a:cs typeface="Calibri"/>
                <a:sym typeface="Calibri"/>
              </a:rPr>
              <a:t> methods</a:t>
            </a:r>
            <a:endParaRPr sz="2400">
              <a:solidFill>
                <a:srgbClr val="675D59"/>
              </a:solidFill>
              <a:latin typeface="Calibri"/>
              <a:ea typeface="Calibri"/>
              <a:cs typeface="Calibri"/>
              <a:sym typeface="Calibri"/>
            </a:endParaRPr>
          </a:p>
        </p:txBody>
      </p:sp>
      <p:sp>
        <p:nvSpPr>
          <p:cNvPr id="123" name="Google Shape;123;g335194f3ebb_0_0"/>
          <p:cNvSpPr/>
          <p:nvPr/>
        </p:nvSpPr>
        <p:spPr>
          <a:xfrm>
            <a:off x="533520" y="304920"/>
            <a:ext cx="8152500" cy="99000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en-US" sz="3200" b="1" cap="small">
                <a:solidFill>
                  <a:srgbClr val="C00000"/>
                </a:solidFill>
                <a:latin typeface="Calibri"/>
                <a:ea typeface="Calibri"/>
                <a:cs typeface="Calibri"/>
                <a:sym typeface="Calibri"/>
              </a:rPr>
              <a:t>Recap</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
          <p:cNvSpPr txBox="1">
            <a:spLocks noGrp="1"/>
          </p:cNvSpPr>
          <p:nvPr>
            <p:ph type="title"/>
          </p:nvPr>
        </p:nvSpPr>
        <p:spPr>
          <a:xfrm>
            <a:off x="685800" y="228600"/>
            <a:ext cx="8001000" cy="6858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C00000"/>
              </a:buClr>
              <a:buSzPts val="3200"/>
              <a:buFont typeface="Calibri"/>
              <a:buNone/>
            </a:pPr>
            <a:r>
              <a:rPr lang="en-US" sz="3200" cap="small">
                <a:solidFill>
                  <a:srgbClr val="C00000"/>
                </a:solidFill>
              </a:rPr>
              <a:t>Objectives</a:t>
            </a:r>
            <a:endParaRPr/>
          </a:p>
        </p:txBody>
      </p:sp>
      <p:sp>
        <p:nvSpPr>
          <p:cNvPr id="129" name="Google Shape;129;p2"/>
          <p:cNvSpPr txBox="1">
            <a:spLocks noGrp="1"/>
          </p:cNvSpPr>
          <p:nvPr>
            <p:ph type="body" idx="1"/>
          </p:nvPr>
        </p:nvSpPr>
        <p:spPr>
          <a:xfrm>
            <a:off x="533400" y="1127125"/>
            <a:ext cx="7924800" cy="5238750"/>
          </a:xfrm>
          <a:prstGeom prst="rect">
            <a:avLst/>
          </a:prstGeom>
          <a:noFill/>
          <a:ln>
            <a:noFill/>
          </a:ln>
        </p:spPr>
        <p:txBody>
          <a:bodyPr spcFirstLastPara="1" wrap="square" lIns="91425" tIns="45700" rIns="91425" bIns="45700" anchor="t" anchorCtr="0">
            <a:normAutofit/>
          </a:bodyPr>
          <a:lstStyle/>
          <a:p>
            <a:pPr marL="342900" lvl="0" indent="-342900" algn="l" rtl="0">
              <a:lnSpc>
                <a:spcPct val="85000"/>
              </a:lnSpc>
              <a:spcBef>
                <a:spcPts val="560"/>
              </a:spcBef>
              <a:spcAft>
                <a:spcPts val="0"/>
              </a:spcAft>
              <a:buClr>
                <a:schemeClr val="dk2"/>
              </a:buClr>
              <a:buSzPts val="2800"/>
              <a:buChar char="»"/>
            </a:pPr>
            <a:r>
              <a:rPr lang="en-US"/>
              <a:t>Access Modifiers</a:t>
            </a:r>
            <a:endParaRPr/>
          </a:p>
          <a:p>
            <a:pPr marL="342900" lvl="0" indent="0" algn="l" rtl="0">
              <a:lnSpc>
                <a:spcPct val="85000"/>
              </a:lnSpc>
              <a:spcBef>
                <a:spcPts val="560"/>
              </a:spcBef>
              <a:spcAft>
                <a:spcPts val="0"/>
              </a:spcAft>
              <a:buNone/>
            </a:pPr>
            <a:endParaRPr/>
          </a:p>
          <a:p>
            <a:pPr marL="342900" lvl="0" indent="-342900" algn="l" rtl="0">
              <a:lnSpc>
                <a:spcPct val="85000"/>
              </a:lnSpc>
              <a:spcBef>
                <a:spcPts val="560"/>
              </a:spcBef>
              <a:spcAft>
                <a:spcPts val="0"/>
              </a:spcAft>
              <a:buClr>
                <a:schemeClr val="dk2"/>
              </a:buClr>
              <a:buSzPts val="2800"/>
              <a:buChar char="»"/>
            </a:pPr>
            <a:r>
              <a:rPr lang="en-US"/>
              <a:t>Accessor &amp; Mutator Methods</a:t>
            </a:r>
            <a:endParaRPr/>
          </a:p>
          <a:p>
            <a:pPr marL="0" lvl="0" indent="0" algn="l" rtl="0">
              <a:lnSpc>
                <a:spcPct val="85000"/>
              </a:lnSpc>
              <a:spcBef>
                <a:spcPts val="560"/>
              </a:spcBef>
              <a:spcAft>
                <a:spcPts val="0"/>
              </a:spcAft>
              <a:buNone/>
            </a:pPr>
            <a:endParaRPr/>
          </a:p>
          <a:p>
            <a:pPr marL="342900" lvl="0" indent="-342900" algn="l" rtl="0">
              <a:lnSpc>
                <a:spcPct val="85000"/>
              </a:lnSpc>
              <a:spcBef>
                <a:spcPts val="560"/>
              </a:spcBef>
              <a:spcAft>
                <a:spcPts val="0"/>
              </a:spcAft>
              <a:buClr>
                <a:schemeClr val="dk2"/>
              </a:buClr>
              <a:buSzPts val="2800"/>
              <a:buChar char="»"/>
            </a:pPr>
            <a:r>
              <a:rPr lang="en-US"/>
              <a:t>Scope</a:t>
            </a:r>
            <a:r>
              <a:rPr lang="en-US" b="0"/>
              <a:t> of declarations </a:t>
            </a:r>
            <a:r>
              <a:rPr lang="en-US"/>
              <a:t>- </a:t>
            </a:r>
            <a:r>
              <a:rPr lang="en-US" b="1"/>
              <a:t>Shadowing</a:t>
            </a:r>
            <a:endParaRPr b="1"/>
          </a:p>
          <a:p>
            <a:pPr marL="342900" lvl="0" indent="0" algn="l" rtl="0">
              <a:lnSpc>
                <a:spcPct val="85000"/>
              </a:lnSpc>
              <a:spcBef>
                <a:spcPts val="560"/>
              </a:spcBef>
              <a:spcAft>
                <a:spcPts val="0"/>
              </a:spcAft>
              <a:buNone/>
            </a:pPr>
            <a:endParaRPr/>
          </a:p>
          <a:p>
            <a:pPr marL="342900" lvl="0" indent="-342900" algn="l" rtl="0">
              <a:lnSpc>
                <a:spcPct val="85000"/>
              </a:lnSpc>
              <a:spcBef>
                <a:spcPts val="560"/>
              </a:spcBef>
              <a:spcAft>
                <a:spcPts val="0"/>
              </a:spcAft>
              <a:buClr>
                <a:schemeClr val="dk2"/>
              </a:buClr>
              <a:buSzPts val="2800"/>
              <a:buChar char="»"/>
            </a:pPr>
            <a:r>
              <a:rPr lang="en-US"/>
              <a:t>How to refer to the current object’s members using the </a:t>
            </a:r>
            <a:r>
              <a:rPr lang="en-US" b="1"/>
              <a:t>this reference</a:t>
            </a:r>
            <a:r>
              <a:rPr lang="en-US"/>
              <a:t>?</a:t>
            </a:r>
            <a:endParaRPr/>
          </a:p>
          <a:p>
            <a:pPr marL="0" lvl="0" indent="0" algn="l" rtl="0">
              <a:lnSpc>
                <a:spcPct val="85000"/>
              </a:lnSpc>
              <a:spcBef>
                <a:spcPts val="560"/>
              </a:spcBef>
              <a:spcAft>
                <a:spcPts val="0"/>
              </a:spcAft>
              <a:buNone/>
            </a:pPr>
            <a:endParaRPr b="0"/>
          </a:p>
        </p:txBody>
      </p:sp>
      <p:sp>
        <p:nvSpPr>
          <p:cNvPr id="130" name="Google Shape;130;p2"/>
          <p:cNvSpPr/>
          <p:nvPr/>
        </p:nvSpPr>
        <p:spPr>
          <a:xfrm>
            <a:off x="8686800" y="5740560"/>
            <a:ext cx="38016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fld id="{00000000-1234-1234-1234-123412341234}" type="slidenum">
              <a:rPr lang="en-US" sz="1200" b="0" strike="noStrike">
                <a:solidFill>
                  <a:srgbClr val="A79D99"/>
                </a:solidFill>
                <a:latin typeface="Calibri"/>
                <a:ea typeface="Calibri"/>
                <a:cs typeface="Calibri"/>
                <a:sym typeface="Calibri"/>
              </a:rPr>
              <a:t>3</a:t>
            </a:fld>
            <a:endParaRPr sz="1800" b="0"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33550a76cbc_0_2"/>
          <p:cNvSpPr txBox="1">
            <a:spLocks noGrp="1"/>
          </p:cNvSpPr>
          <p:nvPr>
            <p:ph type="body" idx="1"/>
          </p:nvPr>
        </p:nvSpPr>
        <p:spPr>
          <a:xfrm>
            <a:off x="685800" y="1244600"/>
            <a:ext cx="7848600" cy="4495800"/>
          </a:xfrm>
          <a:prstGeom prst="rect">
            <a:avLst/>
          </a:prstGeom>
          <a:noFill/>
          <a:ln>
            <a:noFill/>
          </a:ln>
        </p:spPr>
        <p:txBody>
          <a:bodyPr spcFirstLastPara="1" wrap="square" lIns="91425" tIns="45700" rIns="91425" bIns="45700" anchor="t" anchorCtr="0">
            <a:normAutofit fontScale="92500" lnSpcReduction="20000"/>
          </a:bodyPr>
          <a:lstStyle/>
          <a:p>
            <a:pPr marL="457200" lvl="0" indent="-369570" algn="l" rtl="0">
              <a:spcBef>
                <a:spcPts val="0"/>
              </a:spcBef>
              <a:spcAft>
                <a:spcPts val="0"/>
              </a:spcAft>
              <a:buClr>
                <a:schemeClr val="dk2"/>
              </a:buClr>
              <a:buSzPct val="100000"/>
              <a:buChar char="»"/>
            </a:pPr>
            <a:r>
              <a:rPr lang="en-US" sz="2400">
                <a:solidFill>
                  <a:schemeClr val="dk2"/>
                </a:solidFill>
              </a:rPr>
              <a:t>There’s a special relationship between classes that are compiled in the same directory, such classes are considered to be in the same package—known as the </a:t>
            </a:r>
            <a:r>
              <a:rPr lang="en-US" sz="2400" b="1">
                <a:solidFill>
                  <a:schemeClr val="dk2"/>
                </a:solidFill>
              </a:rPr>
              <a:t>default package.</a:t>
            </a:r>
            <a:endParaRPr sz="2400" b="1"/>
          </a:p>
          <a:p>
            <a:pPr marL="457200" lvl="0" indent="0" algn="l" rtl="0">
              <a:spcBef>
                <a:spcPts val="0"/>
              </a:spcBef>
              <a:spcAft>
                <a:spcPts val="0"/>
              </a:spcAft>
              <a:buNone/>
            </a:pPr>
            <a:endParaRPr sz="2400" b="1"/>
          </a:p>
          <a:p>
            <a:pPr marL="342900" lvl="0" indent="-291385" algn="l" rtl="0">
              <a:lnSpc>
                <a:spcPct val="115000"/>
              </a:lnSpc>
              <a:spcBef>
                <a:spcPts val="1200"/>
              </a:spcBef>
              <a:spcAft>
                <a:spcPts val="0"/>
              </a:spcAft>
              <a:buClr>
                <a:srgbClr val="FF0000"/>
              </a:buClr>
              <a:buSzPct val="100000"/>
              <a:buChar char="»"/>
            </a:pPr>
            <a:r>
              <a:rPr lang="en-US" sz="2150" b="1">
                <a:solidFill>
                  <a:srgbClr val="FF0000"/>
                </a:solidFill>
              </a:rPr>
              <a:t>Default (No Modifier)</a:t>
            </a:r>
            <a:endParaRPr sz="2150" b="1">
              <a:solidFill>
                <a:srgbClr val="000000"/>
              </a:solidFill>
              <a:latin typeface="Arial"/>
              <a:ea typeface="Arial"/>
              <a:cs typeface="Arial"/>
              <a:sym typeface="Arial"/>
            </a:endParaRPr>
          </a:p>
          <a:p>
            <a:pPr marL="742950" lvl="1" indent="-297735" algn="l" rtl="0">
              <a:lnSpc>
                <a:spcPct val="115000"/>
              </a:lnSpc>
              <a:spcBef>
                <a:spcPts val="0"/>
              </a:spcBef>
              <a:spcAft>
                <a:spcPts val="0"/>
              </a:spcAft>
              <a:buSzPct val="100000"/>
              <a:buChar char="˃"/>
            </a:pPr>
            <a:r>
              <a:rPr lang="en-US" sz="2150">
                <a:solidFill>
                  <a:schemeClr val="dk1"/>
                </a:solidFill>
              </a:rPr>
              <a:t>If no access modifier is specified, the members are accessible only within the same package (package-private access).</a:t>
            </a:r>
            <a:endParaRPr sz="2150">
              <a:solidFill>
                <a:schemeClr val="dk1"/>
              </a:solidFill>
            </a:endParaRPr>
          </a:p>
          <a:p>
            <a:pPr marL="342900" lvl="0" indent="-291385" algn="l" rtl="0">
              <a:spcBef>
                <a:spcPts val="480"/>
              </a:spcBef>
              <a:spcAft>
                <a:spcPts val="0"/>
              </a:spcAft>
              <a:buClr>
                <a:srgbClr val="FF0000"/>
              </a:buClr>
              <a:buSzPct val="100000"/>
              <a:buChar char="»"/>
            </a:pPr>
            <a:r>
              <a:rPr lang="en-US" sz="2150" b="1">
                <a:solidFill>
                  <a:srgbClr val="FF0000"/>
                </a:solidFill>
              </a:rPr>
              <a:t>public</a:t>
            </a:r>
            <a:endParaRPr sz="2150" b="1">
              <a:solidFill>
                <a:srgbClr val="FF0000"/>
              </a:solidFill>
            </a:endParaRPr>
          </a:p>
          <a:p>
            <a:pPr marL="742950" lvl="1" indent="-297735" algn="l" rtl="0">
              <a:spcBef>
                <a:spcPts val="360"/>
              </a:spcBef>
              <a:spcAft>
                <a:spcPts val="0"/>
              </a:spcAft>
              <a:buSzPct val="100000"/>
              <a:buChar char="˃"/>
            </a:pPr>
            <a:r>
              <a:rPr lang="en-US" sz="2150"/>
              <a:t>The class, data, or method is visible to any class in any package.</a:t>
            </a:r>
            <a:endParaRPr sz="2150"/>
          </a:p>
          <a:p>
            <a:pPr marL="342900" lvl="0" indent="-291385" algn="l" rtl="0">
              <a:spcBef>
                <a:spcPts val="480"/>
              </a:spcBef>
              <a:spcAft>
                <a:spcPts val="0"/>
              </a:spcAft>
              <a:buClr>
                <a:srgbClr val="FF0000"/>
              </a:buClr>
              <a:buSzPct val="100000"/>
              <a:buChar char="»"/>
            </a:pPr>
            <a:r>
              <a:rPr lang="en-US" sz="2150" b="1">
                <a:solidFill>
                  <a:srgbClr val="FF0000"/>
                </a:solidFill>
              </a:rPr>
              <a:t>private</a:t>
            </a:r>
            <a:endParaRPr sz="2150" b="1">
              <a:solidFill>
                <a:srgbClr val="FF0000"/>
              </a:solidFill>
            </a:endParaRPr>
          </a:p>
          <a:p>
            <a:pPr marL="742950" lvl="1" indent="-297735" algn="l" rtl="0">
              <a:spcBef>
                <a:spcPts val="360"/>
              </a:spcBef>
              <a:spcAft>
                <a:spcPts val="0"/>
              </a:spcAft>
              <a:buSzPct val="100000"/>
              <a:buChar char="˃"/>
            </a:pPr>
            <a:r>
              <a:rPr lang="en-US" sz="2150"/>
              <a:t>The data or methods can be accessed only by the declaring class.</a:t>
            </a:r>
            <a:endParaRPr sz="2150"/>
          </a:p>
          <a:p>
            <a:pPr marL="342900" lvl="0" indent="-291385" algn="l" rtl="0">
              <a:lnSpc>
                <a:spcPct val="115000"/>
              </a:lnSpc>
              <a:spcBef>
                <a:spcPts val="0"/>
              </a:spcBef>
              <a:spcAft>
                <a:spcPts val="0"/>
              </a:spcAft>
              <a:buClr>
                <a:srgbClr val="FF0000"/>
              </a:buClr>
              <a:buSzPct val="100000"/>
              <a:buChar char="»"/>
            </a:pPr>
            <a:r>
              <a:rPr lang="en-US" sz="2150" b="1">
                <a:solidFill>
                  <a:srgbClr val="FF0000"/>
                </a:solidFill>
              </a:rPr>
              <a:t>Protected</a:t>
            </a:r>
            <a:endParaRPr sz="2150" b="1">
              <a:solidFill>
                <a:srgbClr val="FF0000"/>
              </a:solidFill>
            </a:endParaRPr>
          </a:p>
          <a:p>
            <a:pPr marL="742950" lvl="1" indent="-297735" algn="l" rtl="0">
              <a:lnSpc>
                <a:spcPct val="115000"/>
              </a:lnSpc>
              <a:spcBef>
                <a:spcPts val="0"/>
              </a:spcBef>
              <a:spcAft>
                <a:spcPts val="0"/>
              </a:spcAft>
              <a:buSzPct val="100000"/>
              <a:buChar char="˃"/>
            </a:pPr>
            <a:r>
              <a:rPr lang="en-US" sz="2150"/>
              <a:t>The class members are accessible within the same package and by subclasses (even in different packages) through inheritance.</a:t>
            </a:r>
            <a:endParaRPr sz="2150"/>
          </a:p>
        </p:txBody>
      </p:sp>
      <p:sp>
        <p:nvSpPr>
          <p:cNvPr id="136" name="Google Shape;136;g33550a76cbc_0_2"/>
          <p:cNvSpPr txBox="1"/>
          <p:nvPr/>
        </p:nvSpPr>
        <p:spPr>
          <a:xfrm>
            <a:off x="533400" y="304800"/>
            <a:ext cx="8153400" cy="990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00000"/>
              </a:buClr>
              <a:buSzPts val="3200"/>
              <a:buFont typeface="Calibri"/>
              <a:buNone/>
            </a:pPr>
            <a:r>
              <a:rPr lang="en-US" sz="3200" b="1" cap="small">
                <a:solidFill>
                  <a:srgbClr val="C00000"/>
                </a:solidFill>
                <a:latin typeface="Calibri"/>
                <a:ea typeface="Calibri"/>
                <a:cs typeface="Calibri"/>
                <a:sym typeface="Calibri"/>
              </a:rPr>
              <a:t>Access Modifiers/ Visibility Modifiers </a:t>
            </a:r>
            <a:endParaRPr/>
          </a:p>
        </p:txBody>
      </p:sp>
      <p:sp>
        <p:nvSpPr>
          <p:cNvPr id="137" name="Google Shape;137;g33550a76cbc_0_2"/>
          <p:cNvSpPr txBox="1">
            <a:spLocks noGrp="1"/>
          </p:cNvSpPr>
          <p:nvPr>
            <p:ph type="sldNum" idx="12"/>
          </p:nvPr>
        </p:nvSpPr>
        <p:spPr>
          <a:xfrm>
            <a:off x="8686800" y="5740400"/>
            <a:ext cx="381000" cy="3651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g33550a76cbc_0_8"/>
          <p:cNvSpPr txBox="1">
            <a:spLocks noGrp="1"/>
          </p:cNvSpPr>
          <p:nvPr>
            <p:ph type="body" idx="1"/>
          </p:nvPr>
        </p:nvSpPr>
        <p:spPr>
          <a:xfrm>
            <a:off x="608798" y="5157607"/>
            <a:ext cx="7630500" cy="1285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00B050"/>
              </a:buClr>
              <a:buSzPts val="2400"/>
              <a:buNone/>
            </a:pPr>
            <a:r>
              <a:rPr lang="en-US" sz="2400">
                <a:solidFill>
                  <a:srgbClr val="00B050"/>
                </a:solidFill>
              </a:rPr>
              <a:t>The private modifier restricts access to within a class, the default modifier restricts access to within a package, and the public modifier enables unrestricted access.</a:t>
            </a:r>
            <a:endParaRPr/>
          </a:p>
        </p:txBody>
      </p:sp>
      <p:sp>
        <p:nvSpPr>
          <p:cNvPr id="143" name="Google Shape;143;g33550a76cbc_0_8"/>
          <p:cNvSpPr txBox="1">
            <a:spLocks noGrp="1"/>
          </p:cNvSpPr>
          <p:nvPr>
            <p:ph type="sldNum" idx="12"/>
          </p:nvPr>
        </p:nvSpPr>
        <p:spPr>
          <a:xfrm>
            <a:off x="8686800" y="5740400"/>
            <a:ext cx="381000" cy="3651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0000"/>
              </a:buClr>
              <a:buFont typeface="Arial"/>
              <a:buNone/>
            </a:pPr>
            <a:fld id="{00000000-1234-1234-1234-123412341234}" type="slidenum">
              <a:rPr lang="en-US"/>
              <a:t>5</a:t>
            </a:fld>
            <a:endParaRPr/>
          </a:p>
        </p:txBody>
      </p:sp>
      <p:pic>
        <p:nvPicPr>
          <p:cNvPr id="144" name="Google Shape;144;g33550a76cbc_0_8" descr="C:\Users\Its\Downloads\t1 (11).png"/>
          <p:cNvPicPr preferRelativeResize="0"/>
          <p:nvPr/>
        </p:nvPicPr>
        <p:blipFill rotWithShape="1">
          <a:blip r:embed="rId3">
            <a:alphaModFix/>
          </a:blip>
          <a:srcRect/>
          <a:stretch/>
        </p:blipFill>
        <p:spPr>
          <a:xfrm>
            <a:off x="638728" y="505748"/>
            <a:ext cx="8129889" cy="455726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33550a76cbc_0_14"/>
          <p:cNvSpPr txBox="1">
            <a:spLocks noGrp="1"/>
          </p:cNvSpPr>
          <p:nvPr>
            <p:ph type="body" idx="1"/>
          </p:nvPr>
        </p:nvSpPr>
        <p:spPr>
          <a:xfrm>
            <a:off x="685800" y="928325"/>
            <a:ext cx="7848600" cy="5482200"/>
          </a:xfrm>
          <a:prstGeom prst="rect">
            <a:avLst/>
          </a:prstGeom>
          <a:noFill/>
          <a:ln>
            <a:noFill/>
          </a:ln>
        </p:spPr>
        <p:txBody>
          <a:bodyPr spcFirstLastPara="1" wrap="square" lIns="91425" tIns="45700" rIns="91425" bIns="45700" anchor="t" anchorCtr="0">
            <a:normAutofit fontScale="25000" lnSpcReduction="20000"/>
          </a:bodyPr>
          <a:lstStyle/>
          <a:p>
            <a:pPr marL="342900" lvl="0" indent="-342900" algn="l" rtl="0">
              <a:spcBef>
                <a:spcPts val="0"/>
              </a:spcBef>
              <a:spcAft>
                <a:spcPts val="0"/>
              </a:spcAft>
              <a:buClr>
                <a:schemeClr val="dk2"/>
              </a:buClr>
              <a:buSzPct val="100000"/>
              <a:buChar char="»"/>
            </a:pPr>
            <a:r>
              <a:rPr lang="en-US" sz="8600"/>
              <a:t>An object cannot access its private members directly in other class (b). However, if the object is declared in its own class, as shown in (a), it can access its private members directly.</a:t>
            </a:r>
            <a:endParaRPr/>
          </a:p>
          <a:p>
            <a:pPr marL="342900" lvl="0" indent="-298450" algn="l" rtl="0">
              <a:spcBef>
                <a:spcPts val="140"/>
              </a:spcBef>
              <a:spcAft>
                <a:spcPts val="0"/>
              </a:spcAft>
              <a:buClr>
                <a:schemeClr val="dk2"/>
              </a:buClr>
              <a:buSzPct val="100000"/>
              <a:buNone/>
            </a:pPr>
            <a:endParaRPr/>
          </a:p>
          <a:p>
            <a:pPr marL="514350" lvl="0" indent="-514350" algn="l" rtl="0">
              <a:spcBef>
                <a:spcPts val="240"/>
              </a:spcBef>
              <a:spcAft>
                <a:spcPts val="0"/>
              </a:spcAft>
              <a:buClr>
                <a:srgbClr val="8000FF"/>
              </a:buClr>
              <a:buSzPct val="100000"/>
              <a:buFont typeface="Calibri"/>
              <a:buAutoNum type="arabicPeriod"/>
            </a:pPr>
            <a:r>
              <a:rPr lang="en-US" sz="4800">
                <a:solidFill>
                  <a:srgbClr val="8000FF"/>
                </a:solidFill>
                <a:highlight>
                  <a:srgbClr val="FFFFFF"/>
                </a:highlight>
                <a:latin typeface="Courier New"/>
                <a:ea typeface="Courier New"/>
                <a:cs typeface="Courier New"/>
                <a:sym typeface="Courier New"/>
              </a:rPr>
              <a:t>public</a:t>
            </a:r>
            <a:r>
              <a:rPr lang="en-US" sz="4800">
                <a:solidFill>
                  <a:srgbClr val="000000"/>
                </a:solidFill>
                <a:highlight>
                  <a:srgbClr val="FFFFFF"/>
                </a:highlight>
                <a:latin typeface="Courier New"/>
                <a:ea typeface="Courier New"/>
                <a:cs typeface="Courier New"/>
                <a:sym typeface="Courier New"/>
              </a:rPr>
              <a:t> </a:t>
            </a:r>
            <a:r>
              <a:rPr lang="en-US" sz="4800">
                <a:solidFill>
                  <a:srgbClr val="8000FF"/>
                </a:solidFill>
                <a:highlight>
                  <a:srgbClr val="FFFFFF"/>
                </a:highlight>
                <a:latin typeface="Courier New"/>
                <a:ea typeface="Courier New"/>
                <a:cs typeface="Courier New"/>
                <a:sym typeface="Courier New"/>
              </a:rPr>
              <a:t>class</a:t>
            </a:r>
            <a:r>
              <a:rPr lang="en-US" sz="4800">
                <a:solidFill>
                  <a:srgbClr val="000000"/>
                </a:solidFill>
                <a:highlight>
                  <a:srgbClr val="FFFFFF"/>
                </a:highlight>
                <a:latin typeface="Courier New"/>
                <a:ea typeface="Courier New"/>
                <a:cs typeface="Courier New"/>
                <a:sym typeface="Courier New"/>
              </a:rPr>
              <a:t> Foo </a:t>
            </a:r>
            <a:r>
              <a:rPr lang="en-US" sz="4800" b="1">
                <a:solidFill>
                  <a:srgbClr val="000080"/>
                </a:solidFill>
                <a:highlight>
                  <a:srgbClr val="FFFFFF"/>
                </a:highlight>
                <a:latin typeface="Courier New"/>
                <a:ea typeface="Courier New"/>
                <a:cs typeface="Courier New"/>
                <a:sym typeface="Courier New"/>
              </a:rPr>
              <a:t>{</a:t>
            </a:r>
            <a:endParaRPr sz="4800">
              <a:solidFill>
                <a:srgbClr val="000000"/>
              </a:solidFill>
              <a:highlight>
                <a:srgbClr val="FFFFFF"/>
              </a:highlight>
              <a:latin typeface="Courier New"/>
              <a:ea typeface="Courier New"/>
              <a:cs typeface="Courier New"/>
              <a:sym typeface="Courier New"/>
            </a:endParaRPr>
          </a:p>
          <a:p>
            <a:pPr marL="514350" lvl="0" indent="-514350" algn="l" rtl="0">
              <a:spcBef>
                <a:spcPts val="240"/>
              </a:spcBef>
              <a:spcAft>
                <a:spcPts val="0"/>
              </a:spcAft>
              <a:buClr>
                <a:srgbClr val="000000"/>
              </a:buClr>
              <a:buSzPct val="100000"/>
              <a:buFont typeface="Calibri"/>
              <a:buAutoNum type="arabicPeriod"/>
            </a:pPr>
            <a:r>
              <a:rPr lang="en-US" sz="4800">
                <a:solidFill>
                  <a:srgbClr val="000000"/>
                </a:solidFill>
                <a:highlight>
                  <a:srgbClr val="FFFFFF"/>
                </a:highlight>
                <a:latin typeface="Courier New"/>
                <a:ea typeface="Courier New"/>
                <a:cs typeface="Courier New"/>
                <a:sym typeface="Courier New"/>
              </a:rPr>
              <a:t>   </a:t>
            </a:r>
            <a:r>
              <a:rPr lang="en-US" sz="4800">
                <a:solidFill>
                  <a:srgbClr val="8000FF"/>
                </a:solidFill>
                <a:highlight>
                  <a:srgbClr val="FFFFFF"/>
                </a:highlight>
                <a:latin typeface="Courier New"/>
                <a:ea typeface="Courier New"/>
                <a:cs typeface="Courier New"/>
                <a:sym typeface="Courier New"/>
              </a:rPr>
              <a:t>private</a:t>
            </a:r>
            <a:r>
              <a:rPr lang="en-US" sz="4800">
                <a:solidFill>
                  <a:srgbClr val="000000"/>
                </a:solidFill>
                <a:highlight>
                  <a:srgbClr val="FFFFFF"/>
                </a:highlight>
                <a:latin typeface="Courier New"/>
                <a:ea typeface="Courier New"/>
                <a:cs typeface="Courier New"/>
                <a:sym typeface="Courier New"/>
              </a:rPr>
              <a:t> </a:t>
            </a:r>
            <a:r>
              <a:rPr lang="en-US" sz="4800">
                <a:solidFill>
                  <a:srgbClr val="8000FF"/>
                </a:solidFill>
                <a:highlight>
                  <a:srgbClr val="FFFFFF"/>
                </a:highlight>
                <a:latin typeface="Courier New"/>
                <a:ea typeface="Courier New"/>
                <a:cs typeface="Courier New"/>
                <a:sym typeface="Courier New"/>
              </a:rPr>
              <a:t>boolean</a:t>
            </a:r>
            <a:r>
              <a:rPr lang="en-US" sz="4800">
                <a:solidFill>
                  <a:srgbClr val="000000"/>
                </a:solidFill>
                <a:highlight>
                  <a:srgbClr val="FFFFFF"/>
                </a:highlight>
                <a:latin typeface="Courier New"/>
                <a:ea typeface="Courier New"/>
                <a:cs typeface="Courier New"/>
                <a:sym typeface="Courier New"/>
              </a:rPr>
              <a:t> x</a:t>
            </a:r>
            <a:r>
              <a:rPr lang="en-US" sz="4800" b="1">
                <a:solidFill>
                  <a:srgbClr val="000080"/>
                </a:solidFill>
                <a:highlight>
                  <a:srgbClr val="FFFFFF"/>
                </a:highlight>
                <a:latin typeface="Courier New"/>
                <a:ea typeface="Courier New"/>
                <a:cs typeface="Courier New"/>
                <a:sym typeface="Courier New"/>
              </a:rPr>
              <a:t>;</a:t>
            </a:r>
            <a:endParaRPr sz="4800">
              <a:solidFill>
                <a:srgbClr val="000000"/>
              </a:solidFill>
              <a:highlight>
                <a:srgbClr val="FFFFFF"/>
              </a:highlight>
              <a:latin typeface="Courier New"/>
              <a:ea typeface="Courier New"/>
              <a:cs typeface="Courier New"/>
              <a:sym typeface="Courier New"/>
            </a:endParaRPr>
          </a:p>
          <a:p>
            <a:pPr marL="514350" lvl="0" indent="-514350" algn="l" rtl="0">
              <a:spcBef>
                <a:spcPts val="240"/>
              </a:spcBef>
              <a:spcAft>
                <a:spcPts val="0"/>
              </a:spcAft>
              <a:buClr>
                <a:srgbClr val="000000"/>
              </a:buClr>
              <a:buSzPct val="100000"/>
              <a:buFont typeface="Calibri"/>
              <a:buAutoNum type="arabicPeriod"/>
            </a:pPr>
            <a:r>
              <a:rPr lang="en-US" sz="4800">
                <a:solidFill>
                  <a:srgbClr val="000000"/>
                </a:solidFill>
                <a:highlight>
                  <a:srgbClr val="FFFFFF"/>
                </a:highlight>
                <a:latin typeface="Courier New"/>
                <a:ea typeface="Courier New"/>
                <a:cs typeface="Courier New"/>
                <a:sym typeface="Courier New"/>
              </a:rPr>
              <a:t>   </a:t>
            </a:r>
            <a:r>
              <a:rPr lang="en-US" sz="4800">
                <a:solidFill>
                  <a:srgbClr val="8000FF"/>
                </a:solidFill>
                <a:highlight>
                  <a:srgbClr val="FFFFFF"/>
                </a:highlight>
                <a:latin typeface="Courier New"/>
                <a:ea typeface="Courier New"/>
                <a:cs typeface="Courier New"/>
                <a:sym typeface="Courier New"/>
              </a:rPr>
              <a:t>public</a:t>
            </a:r>
            <a:r>
              <a:rPr lang="en-US" sz="4800">
                <a:solidFill>
                  <a:srgbClr val="000000"/>
                </a:solidFill>
                <a:highlight>
                  <a:srgbClr val="FFFFFF"/>
                </a:highlight>
                <a:latin typeface="Courier New"/>
                <a:ea typeface="Courier New"/>
                <a:cs typeface="Courier New"/>
                <a:sym typeface="Courier New"/>
              </a:rPr>
              <a:t> </a:t>
            </a:r>
            <a:r>
              <a:rPr lang="en-US" sz="4800">
                <a:solidFill>
                  <a:srgbClr val="8000FF"/>
                </a:solidFill>
                <a:highlight>
                  <a:srgbClr val="FFFFFF"/>
                </a:highlight>
                <a:latin typeface="Courier New"/>
                <a:ea typeface="Courier New"/>
                <a:cs typeface="Courier New"/>
                <a:sym typeface="Courier New"/>
              </a:rPr>
              <a:t>static</a:t>
            </a:r>
            <a:r>
              <a:rPr lang="en-US" sz="4800">
                <a:solidFill>
                  <a:srgbClr val="000000"/>
                </a:solidFill>
                <a:highlight>
                  <a:srgbClr val="FFFFFF"/>
                </a:highlight>
                <a:latin typeface="Courier New"/>
                <a:ea typeface="Courier New"/>
                <a:cs typeface="Courier New"/>
                <a:sym typeface="Courier New"/>
              </a:rPr>
              <a:t> </a:t>
            </a:r>
            <a:r>
              <a:rPr lang="en-US" sz="4800">
                <a:solidFill>
                  <a:srgbClr val="8000FF"/>
                </a:solidFill>
                <a:highlight>
                  <a:srgbClr val="FFFFFF"/>
                </a:highlight>
                <a:latin typeface="Courier New"/>
                <a:ea typeface="Courier New"/>
                <a:cs typeface="Courier New"/>
                <a:sym typeface="Courier New"/>
              </a:rPr>
              <a:t>void</a:t>
            </a:r>
            <a:r>
              <a:rPr lang="en-US" sz="4800">
                <a:solidFill>
                  <a:srgbClr val="000000"/>
                </a:solidFill>
                <a:highlight>
                  <a:srgbClr val="FFFFFF"/>
                </a:highlight>
                <a:latin typeface="Courier New"/>
                <a:ea typeface="Courier New"/>
                <a:cs typeface="Courier New"/>
                <a:sym typeface="Courier New"/>
              </a:rPr>
              <a:t> main</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String</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 args</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 </a:t>
            </a:r>
            <a:r>
              <a:rPr lang="en-US" sz="4800" b="1">
                <a:solidFill>
                  <a:srgbClr val="000080"/>
                </a:solidFill>
                <a:highlight>
                  <a:srgbClr val="FFFFFF"/>
                </a:highlight>
                <a:latin typeface="Courier New"/>
                <a:ea typeface="Courier New"/>
                <a:cs typeface="Courier New"/>
                <a:sym typeface="Courier New"/>
              </a:rPr>
              <a:t>{</a:t>
            </a:r>
            <a:endParaRPr sz="4800">
              <a:solidFill>
                <a:srgbClr val="000000"/>
              </a:solidFill>
              <a:highlight>
                <a:srgbClr val="FFFFFF"/>
              </a:highlight>
              <a:latin typeface="Courier New"/>
              <a:ea typeface="Courier New"/>
              <a:cs typeface="Courier New"/>
              <a:sym typeface="Courier New"/>
            </a:endParaRPr>
          </a:p>
          <a:p>
            <a:pPr marL="514350" lvl="0" indent="-514350" algn="l" rtl="0">
              <a:spcBef>
                <a:spcPts val="240"/>
              </a:spcBef>
              <a:spcAft>
                <a:spcPts val="0"/>
              </a:spcAft>
              <a:buClr>
                <a:srgbClr val="000000"/>
              </a:buClr>
              <a:buSzPct val="100000"/>
              <a:buFont typeface="Calibri"/>
              <a:buAutoNum type="arabicPeriod"/>
            </a:pPr>
            <a:r>
              <a:rPr lang="en-US" sz="4800">
                <a:solidFill>
                  <a:srgbClr val="000000"/>
                </a:solidFill>
                <a:highlight>
                  <a:srgbClr val="FFFFFF"/>
                </a:highlight>
                <a:latin typeface="Courier New"/>
                <a:ea typeface="Courier New"/>
                <a:cs typeface="Courier New"/>
                <a:sym typeface="Courier New"/>
              </a:rPr>
              <a:t>      Foo f </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 </a:t>
            </a:r>
            <a:r>
              <a:rPr lang="en-US" sz="4800" b="1">
                <a:solidFill>
                  <a:srgbClr val="0000FF"/>
                </a:solidFill>
                <a:highlight>
                  <a:srgbClr val="FFFFFF"/>
                </a:highlight>
                <a:latin typeface="Courier New"/>
                <a:ea typeface="Courier New"/>
                <a:cs typeface="Courier New"/>
                <a:sym typeface="Courier New"/>
              </a:rPr>
              <a:t>new</a:t>
            </a:r>
            <a:r>
              <a:rPr lang="en-US" sz="4800">
                <a:solidFill>
                  <a:srgbClr val="000000"/>
                </a:solidFill>
                <a:highlight>
                  <a:srgbClr val="FFFFFF"/>
                </a:highlight>
                <a:latin typeface="Courier New"/>
                <a:ea typeface="Courier New"/>
                <a:cs typeface="Courier New"/>
                <a:sym typeface="Courier New"/>
              </a:rPr>
              <a:t> F </a:t>
            </a:r>
            <a:r>
              <a:rPr lang="en-US" sz="4800" b="1">
                <a:solidFill>
                  <a:srgbClr val="000080"/>
                </a:solidFill>
                <a:highlight>
                  <a:srgbClr val="FFFFFF"/>
                </a:highlight>
                <a:latin typeface="Courier New"/>
                <a:ea typeface="Courier New"/>
                <a:cs typeface="Courier New"/>
                <a:sym typeface="Courier New"/>
              </a:rPr>
              <a:t>();</a:t>
            </a:r>
            <a:endParaRPr sz="4800">
              <a:solidFill>
                <a:srgbClr val="000000"/>
              </a:solidFill>
              <a:highlight>
                <a:srgbClr val="FFFFFF"/>
              </a:highlight>
              <a:latin typeface="Courier New"/>
              <a:ea typeface="Courier New"/>
              <a:cs typeface="Courier New"/>
              <a:sym typeface="Courier New"/>
            </a:endParaRPr>
          </a:p>
          <a:p>
            <a:pPr marL="514350" lvl="0" indent="-514350" algn="l" rtl="0">
              <a:spcBef>
                <a:spcPts val="240"/>
              </a:spcBef>
              <a:spcAft>
                <a:spcPts val="0"/>
              </a:spcAft>
              <a:buClr>
                <a:srgbClr val="000000"/>
              </a:buClr>
              <a:buSzPct val="100000"/>
              <a:buFont typeface="Calibri"/>
              <a:buAutoNum type="arabicPeriod"/>
            </a:pPr>
            <a:r>
              <a:rPr lang="en-US" sz="4800">
                <a:solidFill>
                  <a:srgbClr val="000000"/>
                </a:solidFill>
                <a:highlight>
                  <a:srgbClr val="FFFFFF"/>
                </a:highlight>
                <a:latin typeface="Courier New"/>
                <a:ea typeface="Courier New"/>
                <a:cs typeface="Courier New"/>
                <a:sym typeface="Courier New"/>
              </a:rPr>
              <a:t>      System</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out</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println</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f</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x</a:t>
            </a:r>
            <a:r>
              <a:rPr lang="en-US" sz="4800" b="1">
                <a:solidFill>
                  <a:srgbClr val="000080"/>
                </a:solidFill>
                <a:highlight>
                  <a:srgbClr val="FFFFFF"/>
                </a:highlight>
                <a:latin typeface="Courier New"/>
                <a:ea typeface="Courier New"/>
                <a:cs typeface="Courier New"/>
                <a:sym typeface="Courier New"/>
              </a:rPr>
              <a:t>);</a:t>
            </a:r>
            <a:endParaRPr sz="4800">
              <a:solidFill>
                <a:srgbClr val="000000"/>
              </a:solidFill>
              <a:highlight>
                <a:srgbClr val="FFFFFF"/>
              </a:highlight>
              <a:latin typeface="Courier New"/>
              <a:ea typeface="Courier New"/>
              <a:cs typeface="Courier New"/>
              <a:sym typeface="Courier New"/>
            </a:endParaRPr>
          </a:p>
          <a:p>
            <a:pPr marL="514350" lvl="0" indent="-514350" algn="l" rtl="0">
              <a:spcBef>
                <a:spcPts val="240"/>
              </a:spcBef>
              <a:spcAft>
                <a:spcPts val="0"/>
              </a:spcAft>
              <a:buClr>
                <a:srgbClr val="000000"/>
              </a:buClr>
              <a:buSzPct val="100000"/>
              <a:buFont typeface="Calibri"/>
              <a:buAutoNum type="arabicPeriod"/>
            </a:pPr>
            <a:r>
              <a:rPr lang="en-US" sz="4800">
                <a:solidFill>
                  <a:srgbClr val="000000"/>
                </a:solidFill>
                <a:highlight>
                  <a:srgbClr val="FFFFFF"/>
                </a:highlight>
                <a:latin typeface="Courier New"/>
                <a:ea typeface="Courier New"/>
                <a:cs typeface="Courier New"/>
                <a:sym typeface="Courier New"/>
              </a:rPr>
              <a:t>      System</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out</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println</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f</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convert</a:t>
            </a:r>
            <a:r>
              <a:rPr lang="en-US" sz="4800" b="1">
                <a:solidFill>
                  <a:srgbClr val="000080"/>
                </a:solidFill>
                <a:highlight>
                  <a:srgbClr val="FFFFFF"/>
                </a:highlight>
                <a:latin typeface="Courier New"/>
                <a:ea typeface="Courier New"/>
                <a:cs typeface="Courier New"/>
                <a:sym typeface="Courier New"/>
              </a:rPr>
              <a:t>(true));</a:t>
            </a:r>
            <a:endParaRPr sz="4800">
              <a:solidFill>
                <a:srgbClr val="000000"/>
              </a:solidFill>
              <a:highlight>
                <a:srgbClr val="FFFFFF"/>
              </a:highlight>
              <a:latin typeface="Courier New"/>
              <a:ea typeface="Courier New"/>
              <a:cs typeface="Courier New"/>
              <a:sym typeface="Courier New"/>
            </a:endParaRPr>
          </a:p>
          <a:p>
            <a:pPr marL="514350" lvl="0" indent="-514350" algn="l" rtl="0">
              <a:spcBef>
                <a:spcPts val="240"/>
              </a:spcBef>
              <a:spcAft>
                <a:spcPts val="0"/>
              </a:spcAft>
              <a:buClr>
                <a:srgbClr val="000000"/>
              </a:buClr>
              <a:buSzPct val="100000"/>
              <a:buFont typeface="Calibri"/>
              <a:buAutoNum type="arabicPeriod"/>
            </a:pPr>
            <a:r>
              <a:rPr lang="en-US" sz="4800">
                <a:solidFill>
                  <a:srgbClr val="000000"/>
                </a:solidFill>
                <a:highlight>
                  <a:srgbClr val="FFFFFF"/>
                </a:highlight>
                <a:latin typeface="Courier New"/>
                <a:ea typeface="Courier New"/>
                <a:cs typeface="Courier New"/>
                <a:sym typeface="Courier New"/>
              </a:rPr>
              <a:t>   </a:t>
            </a:r>
            <a:r>
              <a:rPr lang="en-US" sz="4800" b="1">
                <a:solidFill>
                  <a:srgbClr val="000080"/>
                </a:solidFill>
                <a:highlight>
                  <a:srgbClr val="FFFFFF"/>
                </a:highlight>
                <a:latin typeface="Courier New"/>
                <a:ea typeface="Courier New"/>
                <a:cs typeface="Courier New"/>
                <a:sym typeface="Courier New"/>
              </a:rPr>
              <a:t>}</a:t>
            </a:r>
            <a:endParaRPr sz="4800">
              <a:solidFill>
                <a:srgbClr val="000000"/>
              </a:solidFill>
              <a:highlight>
                <a:srgbClr val="FFFFFF"/>
              </a:highlight>
              <a:latin typeface="Courier New"/>
              <a:ea typeface="Courier New"/>
              <a:cs typeface="Courier New"/>
              <a:sym typeface="Courier New"/>
            </a:endParaRPr>
          </a:p>
          <a:p>
            <a:pPr marL="514350" lvl="0" indent="-514350" algn="l" rtl="0">
              <a:spcBef>
                <a:spcPts val="240"/>
              </a:spcBef>
              <a:spcAft>
                <a:spcPts val="0"/>
              </a:spcAft>
              <a:buClr>
                <a:srgbClr val="000000"/>
              </a:buClr>
              <a:buSzPct val="100000"/>
              <a:buFont typeface="Calibri"/>
              <a:buAutoNum type="arabicPeriod"/>
            </a:pPr>
            <a:r>
              <a:rPr lang="en-US" sz="4800">
                <a:solidFill>
                  <a:srgbClr val="000000"/>
                </a:solidFill>
                <a:highlight>
                  <a:srgbClr val="FFFFFF"/>
                </a:highlight>
                <a:latin typeface="Courier New"/>
                <a:ea typeface="Courier New"/>
                <a:cs typeface="Courier New"/>
                <a:sym typeface="Courier New"/>
              </a:rPr>
              <a:t>   </a:t>
            </a:r>
            <a:r>
              <a:rPr lang="en-US" sz="4800">
                <a:solidFill>
                  <a:srgbClr val="8000FF"/>
                </a:solidFill>
                <a:highlight>
                  <a:srgbClr val="FFFFFF"/>
                </a:highlight>
                <a:latin typeface="Courier New"/>
                <a:ea typeface="Courier New"/>
                <a:cs typeface="Courier New"/>
                <a:sym typeface="Courier New"/>
              </a:rPr>
              <a:t>private</a:t>
            </a:r>
            <a:r>
              <a:rPr lang="en-US" sz="4800">
                <a:solidFill>
                  <a:srgbClr val="000000"/>
                </a:solidFill>
                <a:highlight>
                  <a:srgbClr val="FFFFFF"/>
                </a:highlight>
                <a:latin typeface="Courier New"/>
                <a:ea typeface="Courier New"/>
                <a:cs typeface="Courier New"/>
                <a:sym typeface="Courier New"/>
              </a:rPr>
              <a:t> </a:t>
            </a:r>
            <a:r>
              <a:rPr lang="en-US" sz="4800">
                <a:solidFill>
                  <a:srgbClr val="8000FF"/>
                </a:solidFill>
                <a:highlight>
                  <a:srgbClr val="FFFFFF"/>
                </a:highlight>
                <a:latin typeface="Courier New"/>
                <a:ea typeface="Courier New"/>
                <a:cs typeface="Courier New"/>
                <a:sym typeface="Courier New"/>
              </a:rPr>
              <a:t>int</a:t>
            </a:r>
            <a:r>
              <a:rPr lang="en-US" sz="4800">
                <a:solidFill>
                  <a:srgbClr val="000000"/>
                </a:solidFill>
                <a:highlight>
                  <a:srgbClr val="FFFFFF"/>
                </a:highlight>
                <a:latin typeface="Courier New"/>
                <a:ea typeface="Courier New"/>
                <a:cs typeface="Courier New"/>
                <a:sym typeface="Courier New"/>
              </a:rPr>
              <a:t> convert</a:t>
            </a:r>
            <a:r>
              <a:rPr lang="en-US" sz="4800" b="1">
                <a:solidFill>
                  <a:srgbClr val="000080"/>
                </a:solidFill>
                <a:highlight>
                  <a:srgbClr val="FFFFFF"/>
                </a:highlight>
                <a:latin typeface="Courier New"/>
                <a:ea typeface="Courier New"/>
                <a:cs typeface="Courier New"/>
                <a:sym typeface="Courier New"/>
              </a:rPr>
              <a:t>(</a:t>
            </a:r>
            <a:r>
              <a:rPr lang="en-US" sz="4800">
                <a:solidFill>
                  <a:srgbClr val="8000FF"/>
                </a:solidFill>
                <a:highlight>
                  <a:srgbClr val="FFFFFF"/>
                </a:highlight>
                <a:latin typeface="Courier New"/>
                <a:ea typeface="Courier New"/>
                <a:cs typeface="Courier New"/>
                <a:sym typeface="Courier New"/>
              </a:rPr>
              <a:t>boolean</a:t>
            </a:r>
            <a:r>
              <a:rPr lang="en-US" sz="4800">
                <a:solidFill>
                  <a:srgbClr val="000000"/>
                </a:solidFill>
                <a:highlight>
                  <a:srgbClr val="FFFFFF"/>
                </a:highlight>
                <a:latin typeface="Courier New"/>
                <a:ea typeface="Courier New"/>
                <a:cs typeface="Courier New"/>
                <a:sym typeface="Courier New"/>
              </a:rPr>
              <a:t> b</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 </a:t>
            </a:r>
            <a:r>
              <a:rPr lang="en-US" sz="4800" b="1">
                <a:solidFill>
                  <a:srgbClr val="000080"/>
                </a:solidFill>
                <a:highlight>
                  <a:srgbClr val="FFFFFF"/>
                </a:highlight>
                <a:latin typeface="Courier New"/>
                <a:ea typeface="Courier New"/>
                <a:cs typeface="Courier New"/>
                <a:sym typeface="Courier New"/>
              </a:rPr>
              <a:t>{</a:t>
            </a:r>
            <a:endParaRPr sz="4800">
              <a:solidFill>
                <a:srgbClr val="000000"/>
              </a:solidFill>
              <a:highlight>
                <a:srgbClr val="FFFFFF"/>
              </a:highlight>
              <a:latin typeface="Courier New"/>
              <a:ea typeface="Courier New"/>
              <a:cs typeface="Courier New"/>
              <a:sym typeface="Courier New"/>
            </a:endParaRPr>
          </a:p>
          <a:p>
            <a:pPr marL="514350" lvl="0" indent="-514350" algn="l" rtl="0">
              <a:spcBef>
                <a:spcPts val="240"/>
              </a:spcBef>
              <a:spcAft>
                <a:spcPts val="0"/>
              </a:spcAft>
              <a:buClr>
                <a:srgbClr val="000000"/>
              </a:buClr>
              <a:buSzPct val="100000"/>
              <a:buFont typeface="Calibri"/>
              <a:buAutoNum type="arabicPeriod"/>
            </a:pPr>
            <a:r>
              <a:rPr lang="en-US" sz="4800">
                <a:solidFill>
                  <a:srgbClr val="000000"/>
                </a:solidFill>
                <a:highlight>
                  <a:srgbClr val="FFFFFF"/>
                </a:highlight>
                <a:latin typeface="Courier New"/>
                <a:ea typeface="Courier New"/>
                <a:cs typeface="Courier New"/>
                <a:sym typeface="Courier New"/>
              </a:rPr>
              <a:t>      </a:t>
            </a:r>
            <a:r>
              <a:rPr lang="en-US" sz="4800" b="1">
                <a:solidFill>
                  <a:srgbClr val="0000FF"/>
                </a:solidFill>
                <a:highlight>
                  <a:srgbClr val="FFFFFF"/>
                </a:highlight>
                <a:latin typeface="Courier New"/>
                <a:ea typeface="Courier New"/>
                <a:cs typeface="Courier New"/>
                <a:sym typeface="Courier New"/>
              </a:rPr>
              <a:t>return</a:t>
            </a:r>
            <a:r>
              <a:rPr lang="en-US" sz="4800">
                <a:solidFill>
                  <a:srgbClr val="000000"/>
                </a:solidFill>
                <a:highlight>
                  <a:srgbClr val="FFFFFF"/>
                </a:highlight>
                <a:latin typeface="Courier New"/>
                <a:ea typeface="Courier New"/>
                <a:cs typeface="Courier New"/>
                <a:sym typeface="Courier New"/>
              </a:rPr>
              <a:t> x </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 </a:t>
            </a:r>
            <a:r>
              <a:rPr lang="en-US" sz="4800">
                <a:solidFill>
                  <a:srgbClr val="FF8000"/>
                </a:solidFill>
                <a:highlight>
                  <a:srgbClr val="FFFFFF"/>
                </a:highlight>
                <a:latin typeface="Courier New"/>
                <a:ea typeface="Courier New"/>
                <a:cs typeface="Courier New"/>
                <a:sym typeface="Courier New"/>
              </a:rPr>
              <a:t>1</a:t>
            </a:r>
            <a:r>
              <a:rPr lang="en-US" sz="4800">
                <a:solidFill>
                  <a:srgbClr val="000000"/>
                </a:solidFill>
                <a:highlight>
                  <a:srgbClr val="FFFFFF"/>
                </a:highlight>
                <a:latin typeface="Courier New"/>
                <a:ea typeface="Courier New"/>
                <a:cs typeface="Courier New"/>
                <a:sym typeface="Courier New"/>
              </a:rPr>
              <a:t> </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 </a:t>
            </a:r>
            <a:r>
              <a:rPr lang="en-US" sz="4800" b="1">
                <a:solidFill>
                  <a:srgbClr val="000080"/>
                </a:solidFill>
                <a:highlight>
                  <a:srgbClr val="FFFFFF"/>
                </a:highlight>
                <a:latin typeface="Courier New"/>
                <a:ea typeface="Courier New"/>
                <a:cs typeface="Courier New"/>
                <a:sym typeface="Courier New"/>
              </a:rPr>
              <a:t>-</a:t>
            </a:r>
            <a:r>
              <a:rPr lang="en-US" sz="4800">
                <a:solidFill>
                  <a:srgbClr val="FF8000"/>
                </a:solidFill>
                <a:highlight>
                  <a:srgbClr val="FFFFFF"/>
                </a:highlight>
                <a:latin typeface="Courier New"/>
                <a:ea typeface="Courier New"/>
                <a:cs typeface="Courier New"/>
                <a:sym typeface="Courier New"/>
              </a:rPr>
              <a:t>1</a:t>
            </a:r>
            <a:r>
              <a:rPr lang="en-US" sz="4800" b="1">
                <a:solidFill>
                  <a:srgbClr val="000080"/>
                </a:solidFill>
                <a:highlight>
                  <a:srgbClr val="FFFFFF"/>
                </a:highlight>
                <a:latin typeface="Courier New"/>
                <a:ea typeface="Courier New"/>
                <a:cs typeface="Courier New"/>
                <a:sym typeface="Courier New"/>
              </a:rPr>
              <a:t>;</a:t>
            </a:r>
            <a:endParaRPr sz="4800">
              <a:solidFill>
                <a:srgbClr val="000000"/>
              </a:solidFill>
              <a:highlight>
                <a:srgbClr val="FFFFFF"/>
              </a:highlight>
              <a:latin typeface="Courier New"/>
              <a:ea typeface="Courier New"/>
              <a:cs typeface="Courier New"/>
              <a:sym typeface="Courier New"/>
            </a:endParaRPr>
          </a:p>
          <a:p>
            <a:pPr marL="514350" lvl="0" indent="-514350" algn="l" rtl="0">
              <a:spcBef>
                <a:spcPts val="240"/>
              </a:spcBef>
              <a:spcAft>
                <a:spcPts val="0"/>
              </a:spcAft>
              <a:buClr>
                <a:srgbClr val="000000"/>
              </a:buClr>
              <a:buSzPct val="100000"/>
              <a:buFont typeface="Calibri"/>
              <a:buAutoNum type="arabicPeriod"/>
            </a:pPr>
            <a:r>
              <a:rPr lang="en-US" sz="4800">
                <a:solidFill>
                  <a:srgbClr val="000000"/>
                </a:solidFill>
                <a:highlight>
                  <a:srgbClr val="FFFFFF"/>
                </a:highlight>
                <a:latin typeface="Courier New"/>
                <a:ea typeface="Courier New"/>
                <a:cs typeface="Courier New"/>
                <a:sym typeface="Courier New"/>
              </a:rPr>
              <a:t>   </a:t>
            </a:r>
            <a:r>
              <a:rPr lang="en-US" sz="4800" b="1">
                <a:solidFill>
                  <a:srgbClr val="000080"/>
                </a:solidFill>
                <a:highlight>
                  <a:srgbClr val="FFFFFF"/>
                </a:highlight>
                <a:latin typeface="Courier New"/>
                <a:ea typeface="Courier New"/>
                <a:cs typeface="Courier New"/>
                <a:sym typeface="Courier New"/>
              </a:rPr>
              <a:t>}</a:t>
            </a:r>
            <a:endParaRPr sz="4800">
              <a:solidFill>
                <a:srgbClr val="000000"/>
              </a:solidFill>
              <a:highlight>
                <a:srgbClr val="FFFFFF"/>
              </a:highlight>
              <a:latin typeface="Courier New"/>
              <a:ea typeface="Courier New"/>
              <a:cs typeface="Courier New"/>
              <a:sym typeface="Courier New"/>
            </a:endParaRPr>
          </a:p>
          <a:p>
            <a:pPr marL="514350" lvl="0" indent="-514350" algn="l" rtl="0">
              <a:spcBef>
                <a:spcPts val="240"/>
              </a:spcBef>
              <a:spcAft>
                <a:spcPts val="0"/>
              </a:spcAft>
              <a:buClr>
                <a:srgbClr val="000080"/>
              </a:buClr>
              <a:buSzPct val="100000"/>
              <a:buFont typeface="Calibri"/>
              <a:buAutoNum type="arabicPeriod"/>
            </a:pPr>
            <a:r>
              <a:rPr lang="en-US" sz="4800" b="1">
                <a:solidFill>
                  <a:srgbClr val="000080"/>
                </a:solidFill>
                <a:highlight>
                  <a:srgbClr val="FFFFFF"/>
                </a:highlight>
                <a:latin typeface="Courier New"/>
                <a:ea typeface="Courier New"/>
                <a:cs typeface="Courier New"/>
                <a:sym typeface="Courier New"/>
              </a:rPr>
              <a:t>}</a:t>
            </a:r>
            <a:endParaRPr sz="4800">
              <a:solidFill>
                <a:srgbClr val="000000"/>
              </a:solidFill>
              <a:highlight>
                <a:srgbClr val="FFFFFF"/>
              </a:highlight>
              <a:latin typeface="Courier New"/>
              <a:ea typeface="Courier New"/>
              <a:cs typeface="Courier New"/>
              <a:sym typeface="Courier New"/>
            </a:endParaRPr>
          </a:p>
          <a:p>
            <a:pPr marL="342900" lvl="0" indent="-298450" algn="l" rtl="0">
              <a:spcBef>
                <a:spcPts val="140"/>
              </a:spcBef>
              <a:spcAft>
                <a:spcPts val="0"/>
              </a:spcAft>
              <a:buClr>
                <a:schemeClr val="dk2"/>
              </a:buClr>
              <a:buSzPct val="100000"/>
              <a:buNone/>
            </a:pPr>
            <a:endParaRPr>
              <a:solidFill>
                <a:srgbClr val="000000"/>
              </a:solidFill>
              <a:highlight>
                <a:srgbClr val="FFFFFF"/>
              </a:highlight>
              <a:latin typeface="Courier New"/>
              <a:ea typeface="Courier New"/>
              <a:cs typeface="Courier New"/>
              <a:sym typeface="Courier New"/>
            </a:endParaRPr>
          </a:p>
          <a:p>
            <a:pPr marL="342900" lvl="0" indent="-298450" algn="l" rtl="0">
              <a:spcBef>
                <a:spcPts val="140"/>
              </a:spcBef>
              <a:spcAft>
                <a:spcPts val="0"/>
              </a:spcAft>
              <a:buClr>
                <a:schemeClr val="dk2"/>
              </a:buClr>
              <a:buSzPct val="100000"/>
              <a:buNone/>
            </a:pPr>
            <a:endParaRPr/>
          </a:p>
          <a:p>
            <a:pPr marL="342900" lvl="0" indent="-342900" algn="l" rtl="0">
              <a:spcBef>
                <a:spcPts val="430"/>
              </a:spcBef>
              <a:spcAft>
                <a:spcPts val="0"/>
              </a:spcAft>
              <a:buClr>
                <a:schemeClr val="dk2"/>
              </a:buClr>
              <a:buSzPct val="100000"/>
              <a:buChar char="»"/>
            </a:pPr>
            <a:r>
              <a:rPr lang="en-US" sz="8600"/>
              <a:t>(a) This is OK because object f is used inside the F class </a:t>
            </a:r>
            <a:endParaRPr/>
          </a:p>
          <a:p>
            <a:pPr marL="342900" lvl="0" indent="-298450" algn="l" rtl="0">
              <a:spcBef>
                <a:spcPts val="140"/>
              </a:spcBef>
              <a:spcAft>
                <a:spcPts val="0"/>
              </a:spcAft>
              <a:buClr>
                <a:schemeClr val="dk2"/>
              </a:buClr>
              <a:buSzPct val="100000"/>
              <a:buNone/>
            </a:pPr>
            <a:endParaRPr/>
          </a:p>
          <a:p>
            <a:pPr marL="514350" lvl="0" indent="-514350" algn="l" rtl="0">
              <a:spcBef>
                <a:spcPts val="240"/>
              </a:spcBef>
              <a:spcAft>
                <a:spcPts val="0"/>
              </a:spcAft>
              <a:buClr>
                <a:srgbClr val="8000FF"/>
              </a:buClr>
              <a:buSzPct val="100000"/>
              <a:buFont typeface="Calibri"/>
              <a:buAutoNum type="arabicPeriod"/>
            </a:pPr>
            <a:r>
              <a:rPr lang="en-US" sz="4800">
                <a:solidFill>
                  <a:srgbClr val="8000FF"/>
                </a:solidFill>
                <a:highlight>
                  <a:srgbClr val="FFFFFF"/>
                </a:highlight>
                <a:latin typeface="Courier New"/>
                <a:ea typeface="Courier New"/>
                <a:cs typeface="Courier New"/>
                <a:sym typeface="Courier New"/>
              </a:rPr>
              <a:t>public</a:t>
            </a:r>
            <a:r>
              <a:rPr lang="en-US" sz="4800">
                <a:solidFill>
                  <a:srgbClr val="000000"/>
                </a:solidFill>
                <a:highlight>
                  <a:srgbClr val="FFFFFF"/>
                </a:highlight>
                <a:latin typeface="Courier New"/>
                <a:ea typeface="Courier New"/>
                <a:cs typeface="Courier New"/>
                <a:sym typeface="Courier New"/>
              </a:rPr>
              <a:t> </a:t>
            </a:r>
            <a:r>
              <a:rPr lang="en-US" sz="4800">
                <a:solidFill>
                  <a:srgbClr val="8000FF"/>
                </a:solidFill>
                <a:highlight>
                  <a:srgbClr val="FFFFFF"/>
                </a:highlight>
                <a:latin typeface="Courier New"/>
                <a:ea typeface="Courier New"/>
                <a:cs typeface="Courier New"/>
                <a:sym typeface="Courier New"/>
              </a:rPr>
              <a:t>class</a:t>
            </a:r>
            <a:r>
              <a:rPr lang="en-US" sz="4800">
                <a:solidFill>
                  <a:srgbClr val="000000"/>
                </a:solidFill>
                <a:highlight>
                  <a:srgbClr val="FFFFFF"/>
                </a:highlight>
                <a:latin typeface="Courier New"/>
                <a:ea typeface="Courier New"/>
                <a:cs typeface="Courier New"/>
                <a:sym typeface="Courier New"/>
              </a:rPr>
              <a:t> Test </a:t>
            </a:r>
            <a:r>
              <a:rPr lang="en-US" sz="4800" b="1">
                <a:solidFill>
                  <a:srgbClr val="000080"/>
                </a:solidFill>
                <a:highlight>
                  <a:srgbClr val="FFFFFF"/>
                </a:highlight>
                <a:latin typeface="Courier New"/>
                <a:ea typeface="Courier New"/>
                <a:cs typeface="Courier New"/>
                <a:sym typeface="Courier New"/>
              </a:rPr>
              <a:t>{</a:t>
            </a:r>
            <a:endParaRPr sz="4800">
              <a:solidFill>
                <a:srgbClr val="000000"/>
              </a:solidFill>
              <a:highlight>
                <a:srgbClr val="FFFFFF"/>
              </a:highlight>
              <a:latin typeface="Courier New"/>
              <a:ea typeface="Courier New"/>
              <a:cs typeface="Courier New"/>
              <a:sym typeface="Courier New"/>
            </a:endParaRPr>
          </a:p>
          <a:p>
            <a:pPr marL="514350" lvl="0" indent="-514350" algn="l" rtl="0">
              <a:spcBef>
                <a:spcPts val="240"/>
              </a:spcBef>
              <a:spcAft>
                <a:spcPts val="0"/>
              </a:spcAft>
              <a:buClr>
                <a:srgbClr val="000000"/>
              </a:buClr>
              <a:buSzPct val="100000"/>
              <a:buFont typeface="Calibri"/>
              <a:buAutoNum type="arabicPeriod"/>
            </a:pPr>
            <a:r>
              <a:rPr lang="en-US" sz="4800">
                <a:solidFill>
                  <a:srgbClr val="000000"/>
                </a:solidFill>
                <a:highlight>
                  <a:srgbClr val="FFFFFF"/>
                </a:highlight>
                <a:latin typeface="Courier New"/>
                <a:ea typeface="Courier New"/>
                <a:cs typeface="Courier New"/>
                <a:sym typeface="Courier New"/>
              </a:rPr>
              <a:t>   </a:t>
            </a:r>
            <a:r>
              <a:rPr lang="en-US" sz="4800">
                <a:solidFill>
                  <a:srgbClr val="8000FF"/>
                </a:solidFill>
                <a:highlight>
                  <a:srgbClr val="FFFFFF"/>
                </a:highlight>
                <a:latin typeface="Courier New"/>
                <a:ea typeface="Courier New"/>
                <a:cs typeface="Courier New"/>
                <a:sym typeface="Courier New"/>
              </a:rPr>
              <a:t>public</a:t>
            </a:r>
            <a:r>
              <a:rPr lang="en-US" sz="4800">
                <a:solidFill>
                  <a:srgbClr val="000000"/>
                </a:solidFill>
                <a:highlight>
                  <a:srgbClr val="FFFFFF"/>
                </a:highlight>
                <a:latin typeface="Courier New"/>
                <a:ea typeface="Courier New"/>
                <a:cs typeface="Courier New"/>
                <a:sym typeface="Courier New"/>
              </a:rPr>
              <a:t> </a:t>
            </a:r>
            <a:r>
              <a:rPr lang="en-US" sz="4800">
                <a:solidFill>
                  <a:srgbClr val="8000FF"/>
                </a:solidFill>
                <a:highlight>
                  <a:srgbClr val="FFFFFF"/>
                </a:highlight>
                <a:latin typeface="Courier New"/>
                <a:ea typeface="Courier New"/>
                <a:cs typeface="Courier New"/>
                <a:sym typeface="Courier New"/>
              </a:rPr>
              <a:t>static</a:t>
            </a:r>
            <a:r>
              <a:rPr lang="en-US" sz="4800">
                <a:solidFill>
                  <a:srgbClr val="000000"/>
                </a:solidFill>
                <a:highlight>
                  <a:srgbClr val="FFFFFF"/>
                </a:highlight>
                <a:latin typeface="Courier New"/>
                <a:ea typeface="Courier New"/>
                <a:cs typeface="Courier New"/>
                <a:sym typeface="Courier New"/>
              </a:rPr>
              <a:t> </a:t>
            </a:r>
            <a:r>
              <a:rPr lang="en-US" sz="4800">
                <a:solidFill>
                  <a:srgbClr val="8000FF"/>
                </a:solidFill>
                <a:highlight>
                  <a:srgbClr val="FFFFFF"/>
                </a:highlight>
                <a:latin typeface="Courier New"/>
                <a:ea typeface="Courier New"/>
                <a:cs typeface="Courier New"/>
                <a:sym typeface="Courier New"/>
              </a:rPr>
              <a:t>void</a:t>
            </a:r>
            <a:r>
              <a:rPr lang="en-US" sz="4800">
                <a:solidFill>
                  <a:srgbClr val="000000"/>
                </a:solidFill>
                <a:highlight>
                  <a:srgbClr val="FFFFFF"/>
                </a:highlight>
                <a:latin typeface="Courier New"/>
                <a:ea typeface="Courier New"/>
                <a:cs typeface="Courier New"/>
                <a:sym typeface="Courier New"/>
              </a:rPr>
              <a:t> main</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String</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 args</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 </a:t>
            </a:r>
            <a:r>
              <a:rPr lang="en-US" sz="4800" b="1">
                <a:solidFill>
                  <a:srgbClr val="000080"/>
                </a:solidFill>
                <a:highlight>
                  <a:srgbClr val="FFFFFF"/>
                </a:highlight>
                <a:latin typeface="Courier New"/>
                <a:ea typeface="Courier New"/>
                <a:cs typeface="Courier New"/>
                <a:sym typeface="Courier New"/>
              </a:rPr>
              <a:t>{</a:t>
            </a:r>
            <a:endParaRPr sz="4800">
              <a:solidFill>
                <a:srgbClr val="000000"/>
              </a:solidFill>
              <a:highlight>
                <a:srgbClr val="FFFFFF"/>
              </a:highlight>
              <a:latin typeface="Courier New"/>
              <a:ea typeface="Courier New"/>
              <a:cs typeface="Courier New"/>
              <a:sym typeface="Courier New"/>
            </a:endParaRPr>
          </a:p>
          <a:p>
            <a:pPr marL="514350" lvl="0" indent="-514350" algn="l" rtl="0">
              <a:spcBef>
                <a:spcPts val="240"/>
              </a:spcBef>
              <a:spcAft>
                <a:spcPts val="0"/>
              </a:spcAft>
              <a:buClr>
                <a:srgbClr val="000000"/>
              </a:buClr>
              <a:buSzPct val="100000"/>
              <a:buFont typeface="Calibri"/>
              <a:buAutoNum type="arabicPeriod"/>
            </a:pPr>
            <a:r>
              <a:rPr lang="en-US" sz="4800">
                <a:solidFill>
                  <a:srgbClr val="000000"/>
                </a:solidFill>
                <a:highlight>
                  <a:srgbClr val="FFFFFF"/>
                </a:highlight>
                <a:latin typeface="Courier New"/>
                <a:ea typeface="Courier New"/>
                <a:cs typeface="Courier New"/>
                <a:sym typeface="Courier New"/>
              </a:rPr>
              <a:t>      Foo f </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 </a:t>
            </a:r>
            <a:r>
              <a:rPr lang="en-US" sz="4800" b="1">
                <a:solidFill>
                  <a:srgbClr val="0000FF"/>
                </a:solidFill>
                <a:highlight>
                  <a:srgbClr val="FFFFFF"/>
                </a:highlight>
                <a:latin typeface="Courier New"/>
                <a:ea typeface="Courier New"/>
                <a:cs typeface="Courier New"/>
                <a:sym typeface="Courier New"/>
              </a:rPr>
              <a:t>new</a:t>
            </a:r>
            <a:r>
              <a:rPr lang="en-US" sz="4800">
                <a:solidFill>
                  <a:srgbClr val="000000"/>
                </a:solidFill>
                <a:highlight>
                  <a:srgbClr val="FFFFFF"/>
                </a:highlight>
                <a:latin typeface="Courier New"/>
                <a:ea typeface="Courier New"/>
                <a:cs typeface="Courier New"/>
                <a:sym typeface="Courier New"/>
              </a:rPr>
              <a:t> Foo</a:t>
            </a:r>
            <a:r>
              <a:rPr lang="en-US" sz="4800" b="1">
                <a:solidFill>
                  <a:srgbClr val="000080"/>
                </a:solidFill>
                <a:highlight>
                  <a:srgbClr val="FFFFFF"/>
                </a:highlight>
                <a:latin typeface="Courier New"/>
                <a:ea typeface="Courier New"/>
                <a:cs typeface="Courier New"/>
                <a:sym typeface="Courier New"/>
              </a:rPr>
              <a:t>();</a:t>
            </a:r>
            <a:endParaRPr sz="4800">
              <a:solidFill>
                <a:srgbClr val="000000"/>
              </a:solidFill>
              <a:highlight>
                <a:srgbClr val="FFFFFF"/>
              </a:highlight>
              <a:latin typeface="Courier New"/>
              <a:ea typeface="Courier New"/>
              <a:cs typeface="Courier New"/>
              <a:sym typeface="Courier New"/>
            </a:endParaRPr>
          </a:p>
          <a:p>
            <a:pPr marL="514350" lvl="0" indent="-514350" algn="l" rtl="0">
              <a:spcBef>
                <a:spcPts val="240"/>
              </a:spcBef>
              <a:spcAft>
                <a:spcPts val="0"/>
              </a:spcAft>
              <a:buClr>
                <a:srgbClr val="000000"/>
              </a:buClr>
              <a:buSzPct val="100000"/>
              <a:buFont typeface="Calibri"/>
              <a:buAutoNum type="arabicPeriod"/>
            </a:pPr>
            <a:r>
              <a:rPr lang="en-US" sz="4800">
                <a:solidFill>
                  <a:srgbClr val="000000"/>
                </a:solidFill>
                <a:highlight>
                  <a:srgbClr val="FFFFFF"/>
                </a:highlight>
                <a:latin typeface="Courier New"/>
                <a:ea typeface="Courier New"/>
                <a:cs typeface="Courier New"/>
                <a:sym typeface="Courier New"/>
              </a:rPr>
              <a:t>      System</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out</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println</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f</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x</a:t>
            </a:r>
            <a:r>
              <a:rPr lang="en-US" sz="4800" b="1">
                <a:solidFill>
                  <a:srgbClr val="000080"/>
                </a:solidFill>
                <a:highlight>
                  <a:srgbClr val="FFFFFF"/>
                </a:highlight>
                <a:latin typeface="Courier New"/>
                <a:ea typeface="Courier New"/>
                <a:cs typeface="Courier New"/>
                <a:sym typeface="Courier New"/>
              </a:rPr>
              <a:t>);</a:t>
            </a:r>
            <a:endParaRPr sz="4800">
              <a:solidFill>
                <a:srgbClr val="000000"/>
              </a:solidFill>
              <a:highlight>
                <a:srgbClr val="FFFFFF"/>
              </a:highlight>
              <a:latin typeface="Courier New"/>
              <a:ea typeface="Courier New"/>
              <a:cs typeface="Courier New"/>
              <a:sym typeface="Courier New"/>
            </a:endParaRPr>
          </a:p>
          <a:p>
            <a:pPr marL="514350" lvl="0" indent="-514350" algn="l" rtl="0">
              <a:spcBef>
                <a:spcPts val="240"/>
              </a:spcBef>
              <a:spcAft>
                <a:spcPts val="0"/>
              </a:spcAft>
              <a:buClr>
                <a:srgbClr val="000000"/>
              </a:buClr>
              <a:buSzPct val="100000"/>
              <a:buFont typeface="Calibri"/>
              <a:buAutoNum type="arabicPeriod"/>
            </a:pPr>
            <a:r>
              <a:rPr lang="en-US" sz="4800">
                <a:solidFill>
                  <a:srgbClr val="000000"/>
                </a:solidFill>
                <a:highlight>
                  <a:srgbClr val="FFFFFF"/>
                </a:highlight>
                <a:latin typeface="Courier New"/>
                <a:ea typeface="Courier New"/>
                <a:cs typeface="Courier New"/>
                <a:sym typeface="Courier New"/>
              </a:rPr>
              <a:t>      System</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out</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println</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f</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convert</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f</a:t>
            </a:r>
            <a:r>
              <a:rPr lang="en-US" sz="4800" b="1">
                <a:solidFill>
                  <a:srgbClr val="000080"/>
                </a:solidFill>
                <a:highlight>
                  <a:srgbClr val="FFFFFF"/>
                </a:highlight>
                <a:latin typeface="Courier New"/>
                <a:ea typeface="Courier New"/>
                <a:cs typeface="Courier New"/>
                <a:sym typeface="Courier New"/>
              </a:rPr>
              <a:t>.</a:t>
            </a:r>
            <a:r>
              <a:rPr lang="en-US" sz="4800">
                <a:solidFill>
                  <a:srgbClr val="000000"/>
                </a:solidFill>
                <a:highlight>
                  <a:srgbClr val="FFFFFF"/>
                </a:highlight>
                <a:latin typeface="Courier New"/>
                <a:ea typeface="Courier New"/>
                <a:cs typeface="Courier New"/>
                <a:sym typeface="Courier New"/>
              </a:rPr>
              <a:t>x</a:t>
            </a:r>
            <a:r>
              <a:rPr lang="en-US" sz="4800" b="1">
                <a:solidFill>
                  <a:srgbClr val="000080"/>
                </a:solidFill>
                <a:highlight>
                  <a:srgbClr val="FFFFFF"/>
                </a:highlight>
                <a:latin typeface="Courier New"/>
                <a:ea typeface="Courier New"/>
                <a:cs typeface="Courier New"/>
                <a:sym typeface="Courier New"/>
              </a:rPr>
              <a:t>));</a:t>
            </a:r>
            <a:endParaRPr sz="4800">
              <a:solidFill>
                <a:srgbClr val="000000"/>
              </a:solidFill>
              <a:highlight>
                <a:srgbClr val="FFFFFF"/>
              </a:highlight>
              <a:latin typeface="Courier New"/>
              <a:ea typeface="Courier New"/>
              <a:cs typeface="Courier New"/>
              <a:sym typeface="Courier New"/>
            </a:endParaRPr>
          </a:p>
          <a:p>
            <a:pPr marL="514350" lvl="0" indent="-514350" algn="l" rtl="0">
              <a:spcBef>
                <a:spcPts val="240"/>
              </a:spcBef>
              <a:spcAft>
                <a:spcPts val="0"/>
              </a:spcAft>
              <a:buClr>
                <a:srgbClr val="000000"/>
              </a:buClr>
              <a:buSzPct val="100000"/>
              <a:buFont typeface="Calibri"/>
              <a:buAutoNum type="arabicPeriod"/>
            </a:pPr>
            <a:r>
              <a:rPr lang="en-US" sz="4800">
                <a:solidFill>
                  <a:srgbClr val="000000"/>
                </a:solidFill>
                <a:highlight>
                  <a:srgbClr val="FFFFFF"/>
                </a:highlight>
                <a:latin typeface="Courier New"/>
                <a:ea typeface="Courier New"/>
                <a:cs typeface="Courier New"/>
                <a:sym typeface="Courier New"/>
              </a:rPr>
              <a:t>   </a:t>
            </a:r>
            <a:r>
              <a:rPr lang="en-US" sz="4800" b="1">
                <a:solidFill>
                  <a:srgbClr val="000080"/>
                </a:solidFill>
                <a:highlight>
                  <a:srgbClr val="FFFFFF"/>
                </a:highlight>
                <a:latin typeface="Courier New"/>
                <a:ea typeface="Courier New"/>
                <a:cs typeface="Courier New"/>
                <a:sym typeface="Courier New"/>
              </a:rPr>
              <a:t>}</a:t>
            </a:r>
            <a:endParaRPr sz="4800">
              <a:solidFill>
                <a:srgbClr val="000000"/>
              </a:solidFill>
              <a:highlight>
                <a:srgbClr val="FFFFFF"/>
              </a:highlight>
              <a:latin typeface="Courier New"/>
              <a:ea typeface="Courier New"/>
              <a:cs typeface="Courier New"/>
              <a:sym typeface="Courier New"/>
            </a:endParaRPr>
          </a:p>
          <a:p>
            <a:pPr marL="514350" lvl="0" indent="-514350" algn="l" rtl="0">
              <a:spcBef>
                <a:spcPts val="240"/>
              </a:spcBef>
              <a:spcAft>
                <a:spcPts val="0"/>
              </a:spcAft>
              <a:buClr>
                <a:srgbClr val="000080"/>
              </a:buClr>
              <a:buSzPct val="100000"/>
              <a:buFont typeface="Calibri"/>
              <a:buAutoNum type="arabicPeriod"/>
            </a:pPr>
            <a:r>
              <a:rPr lang="en-US" sz="4800" b="1">
                <a:solidFill>
                  <a:srgbClr val="000080"/>
                </a:solidFill>
                <a:highlight>
                  <a:srgbClr val="FFFFFF"/>
                </a:highlight>
                <a:latin typeface="Courier New"/>
                <a:ea typeface="Courier New"/>
                <a:cs typeface="Courier New"/>
                <a:sym typeface="Courier New"/>
              </a:rPr>
              <a:t>}</a:t>
            </a:r>
            <a:endParaRPr sz="4800">
              <a:solidFill>
                <a:srgbClr val="000000"/>
              </a:solidFill>
              <a:highlight>
                <a:srgbClr val="FFFFFF"/>
              </a:highlight>
              <a:latin typeface="Courier New"/>
              <a:ea typeface="Courier New"/>
              <a:cs typeface="Courier New"/>
              <a:sym typeface="Courier New"/>
            </a:endParaRPr>
          </a:p>
          <a:p>
            <a:pPr marL="342900" lvl="0" indent="-298450" algn="l" rtl="0">
              <a:spcBef>
                <a:spcPts val="140"/>
              </a:spcBef>
              <a:spcAft>
                <a:spcPts val="0"/>
              </a:spcAft>
              <a:buClr>
                <a:schemeClr val="dk2"/>
              </a:buClr>
              <a:buSzPct val="100000"/>
              <a:buNone/>
            </a:pPr>
            <a:endParaRPr/>
          </a:p>
          <a:p>
            <a:pPr marL="342900" lvl="0" indent="-342900" algn="l" rtl="0">
              <a:spcBef>
                <a:spcPts val="440"/>
              </a:spcBef>
              <a:spcAft>
                <a:spcPts val="0"/>
              </a:spcAft>
              <a:buClr>
                <a:schemeClr val="dk2"/>
              </a:buClr>
              <a:buSzPct val="100000"/>
              <a:buChar char="»"/>
            </a:pPr>
            <a:r>
              <a:rPr lang="en-US" sz="8800"/>
              <a:t>(b) This is wrong because x and convert() are private in Foo. </a:t>
            </a:r>
            <a:endParaRPr/>
          </a:p>
        </p:txBody>
      </p:sp>
      <p:sp>
        <p:nvSpPr>
          <p:cNvPr id="150" name="Google Shape;150;g33550a76cbc_0_14"/>
          <p:cNvSpPr txBox="1"/>
          <p:nvPr/>
        </p:nvSpPr>
        <p:spPr>
          <a:xfrm>
            <a:off x="533400" y="0"/>
            <a:ext cx="8153400" cy="990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00000"/>
              </a:buClr>
              <a:buSzPts val="3200"/>
              <a:buFont typeface="Calibri"/>
              <a:buNone/>
            </a:pPr>
            <a:r>
              <a:rPr lang="en-US" sz="3200" b="1" cap="small">
                <a:solidFill>
                  <a:srgbClr val="C00000"/>
                </a:solidFill>
                <a:latin typeface="Calibri"/>
                <a:ea typeface="Calibri"/>
                <a:cs typeface="Calibri"/>
                <a:sym typeface="Calibri"/>
              </a:rPr>
              <a:t>NOTE</a:t>
            </a:r>
            <a:endParaRPr/>
          </a:p>
        </p:txBody>
      </p:sp>
      <p:sp>
        <p:nvSpPr>
          <p:cNvPr id="151" name="Google Shape;151;g33550a76cbc_0_14"/>
          <p:cNvSpPr txBox="1">
            <a:spLocks noGrp="1"/>
          </p:cNvSpPr>
          <p:nvPr>
            <p:ph type="sldNum" idx="12"/>
          </p:nvPr>
        </p:nvSpPr>
        <p:spPr>
          <a:xfrm>
            <a:off x="8686800" y="5740400"/>
            <a:ext cx="381000" cy="3651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0000"/>
              </a:buClr>
              <a:buFont typeface="Arial"/>
              <a:buNone/>
            </a:pPr>
            <a:fld id="{00000000-1234-1234-1234-123412341234}" type="slidenum">
              <a:rPr lang="en-US"/>
              <a:t>6</a:t>
            </a:fld>
            <a:endParaRPr/>
          </a:p>
        </p:txBody>
      </p:sp>
      <p:sp>
        <p:nvSpPr>
          <p:cNvPr id="152" name="Google Shape;152;g33550a76cbc_0_14"/>
          <p:cNvSpPr txBox="1"/>
          <p:nvPr/>
        </p:nvSpPr>
        <p:spPr>
          <a:xfrm>
            <a:off x="6737275" y="2144000"/>
            <a:ext cx="1380300" cy="692700"/>
          </a:xfrm>
          <a:prstGeom prst="rect">
            <a:avLst/>
          </a:prstGeom>
          <a:noFill/>
          <a:ln>
            <a:noFill/>
          </a:ln>
        </p:spPr>
        <p:txBody>
          <a:bodyPr spcFirstLastPara="1" wrap="square" lIns="91425" tIns="91425" rIns="91425" bIns="91425" anchor="t" anchorCtr="0">
            <a:spAutoFit/>
          </a:bodyPr>
          <a:lstStyle/>
          <a:p>
            <a:pPr marL="342900" lvl="0" indent="0" algn="l" rtl="0">
              <a:spcBef>
                <a:spcPts val="430"/>
              </a:spcBef>
              <a:spcAft>
                <a:spcPts val="0"/>
              </a:spcAft>
              <a:buNone/>
            </a:pPr>
            <a:r>
              <a:rPr lang="en-US" sz="3300">
                <a:solidFill>
                  <a:schemeClr val="dk2"/>
                </a:solidFill>
                <a:latin typeface="Calibri"/>
                <a:ea typeface="Calibri"/>
                <a:cs typeface="Calibri"/>
                <a:sym typeface="Calibri"/>
              </a:rPr>
              <a:t>(a)</a:t>
            </a:r>
            <a:endParaRPr sz="3300"/>
          </a:p>
        </p:txBody>
      </p:sp>
      <p:sp>
        <p:nvSpPr>
          <p:cNvPr id="153" name="Google Shape;153;g33550a76cbc_0_14"/>
          <p:cNvSpPr txBox="1"/>
          <p:nvPr/>
        </p:nvSpPr>
        <p:spPr>
          <a:xfrm>
            <a:off x="6774375" y="4671475"/>
            <a:ext cx="1380300" cy="692700"/>
          </a:xfrm>
          <a:prstGeom prst="rect">
            <a:avLst/>
          </a:prstGeom>
          <a:noFill/>
          <a:ln>
            <a:noFill/>
          </a:ln>
        </p:spPr>
        <p:txBody>
          <a:bodyPr spcFirstLastPara="1" wrap="square" lIns="91425" tIns="91425" rIns="91425" bIns="91425" anchor="t" anchorCtr="0">
            <a:spAutoFit/>
          </a:bodyPr>
          <a:lstStyle/>
          <a:p>
            <a:pPr marL="342900" lvl="0" indent="0" algn="l" rtl="0">
              <a:spcBef>
                <a:spcPts val="430"/>
              </a:spcBef>
              <a:spcAft>
                <a:spcPts val="0"/>
              </a:spcAft>
              <a:buNone/>
            </a:pPr>
            <a:r>
              <a:rPr lang="en-US" sz="3300">
                <a:solidFill>
                  <a:schemeClr val="dk2"/>
                </a:solidFill>
                <a:latin typeface="Calibri"/>
                <a:ea typeface="Calibri"/>
                <a:cs typeface="Calibri"/>
                <a:sym typeface="Calibri"/>
              </a:rPr>
              <a:t>(b)</a:t>
            </a:r>
            <a:endParaRPr sz="33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g33550a76cbc_0_28"/>
          <p:cNvSpPr txBox="1">
            <a:spLocks noGrp="1"/>
          </p:cNvSpPr>
          <p:nvPr>
            <p:ph type="body" idx="1"/>
          </p:nvPr>
        </p:nvSpPr>
        <p:spPr>
          <a:xfrm>
            <a:off x="685800" y="1295400"/>
            <a:ext cx="7848600" cy="4495800"/>
          </a:xfrm>
          <a:prstGeom prst="rect">
            <a:avLst/>
          </a:prstGeom>
          <a:noFill/>
          <a:ln>
            <a:noFill/>
          </a:ln>
        </p:spPr>
        <p:txBody>
          <a:bodyPr spcFirstLastPara="1" wrap="square" lIns="91425" tIns="45700" rIns="91425" bIns="45700" anchor="t" anchorCtr="0">
            <a:normAutofit/>
          </a:bodyPr>
          <a:lstStyle/>
          <a:p>
            <a:pPr marL="342900" lvl="0" indent="-342900" algn="l" rtl="0">
              <a:spcBef>
                <a:spcPts val="480"/>
              </a:spcBef>
              <a:spcAft>
                <a:spcPts val="0"/>
              </a:spcAft>
              <a:buClr>
                <a:schemeClr val="dk2"/>
              </a:buClr>
              <a:buSzPts val="2400"/>
              <a:buChar char="»"/>
            </a:pPr>
            <a:r>
              <a:rPr lang="en-US" sz="2400"/>
              <a:t>The </a:t>
            </a:r>
            <a:r>
              <a:rPr lang="en-US" sz="2400">
                <a:solidFill>
                  <a:srgbClr val="FF0000"/>
                </a:solidFill>
              </a:rPr>
              <a:t>get</a:t>
            </a:r>
            <a:r>
              <a:rPr lang="en-US" sz="2400"/>
              <a:t> and </a:t>
            </a:r>
            <a:r>
              <a:rPr lang="en-US" sz="2400">
                <a:solidFill>
                  <a:srgbClr val="FF0000"/>
                </a:solidFill>
              </a:rPr>
              <a:t>set</a:t>
            </a:r>
            <a:r>
              <a:rPr lang="en-US" sz="2400"/>
              <a:t> methods are used to read and modify private properties. (accessor and mutator methods)</a:t>
            </a:r>
            <a:endParaRPr/>
          </a:p>
        </p:txBody>
      </p:sp>
      <p:sp>
        <p:nvSpPr>
          <p:cNvPr id="159" name="Google Shape;159;g33550a76cbc_0_28"/>
          <p:cNvSpPr txBox="1"/>
          <p:nvPr/>
        </p:nvSpPr>
        <p:spPr>
          <a:xfrm>
            <a:off x="533400" y="304800"/>
            <a:ext cx="8153400" cy="990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00000"/>
              </a:buClr>
              <a:buSzPts val="3200"/>
              <a:buFont typeface="Calibri"/>
              <a:buNone/>
            </a:pPr>
            <a:r>
              <a:rPr lang="en-US" sz="3200" b="1" cap="small">
                <a:solidFill>
                  <a:srgbClr val="C00000"/>
                </a:solidFill>
                <a:latin typeface="Calibri"/>
                <a:ea typeface="Calibri"/>
                <a:cs typeface="Calibri"/>
                <a:sym typeface="Calibri"/>
              </a:rPr>
              <a:t>Accessor/Mutator Methods</a:t>
            </a:r>
            <a:endParaRPr/>
          </a:p>
        </p:txBody>
      </p:sp>
      <p:sp>
        <p:nvSpPr>
          <p:cNvPr id="160" name="Google Shape;160;g33550a76cbc_0_28"/>
          <p:cNvSpPr txBox="1">
            <a:spLocks noGrp="1"/>
          </p:cNvSpPr>
          <p:nvPr>
            <p:ph type="sldNum" idx="12"/>
          </p:nvPr>
        </p:nvSpPr>
        <p:spPr>
          <a:xfrm>
            <a:off x="8686800" y="5740400"/>
            <a:ext cx="381000" cy="3651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0000"/>
              </a:buClr>
              <a:buFont typeface="Arial"/>
              <a:buNone/>
            </a:pPr>
            <a:fld id="{00000000-1234-1234-1234-123412341234}" type="slidenum">
              <a:rPr lang="en-US"/>
              <a:t>7</a:t>
            </a:fld>
            <a:endParaRPr/>
          </a:p>
        </p:txBody>
      </p:sp>
      <p:pic>
        <p:nvPicPr>
          <p:cNvPr id="161" name="Google Shape;161;g33550a76cbc_0_28"/>
          <p:cNvPicPr preferRelativeResize="0"/>
          <p:nvPr/>
        </p:nvPicPr>
        <p:blipFill>
          <a:blip r:embed="rId3">
            <a:alphaModFix/>
          </a:blip>
          <a:stretch>
            <a:fillRect/>
          </a:stretch>
        </p:blipFill>
        <p:spPr>
          <a:xfrm>
            <a:off x="1029775" y="2148475"/>
            <a:ext cx="7469945" cy="4495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g33550a76cbc_0_35"/>
          <p:cNvSpPr txBox="1">
            <a:spLocks noGrp="1"/>
          </p:cNvSpPr>
          <p:nvPr>
            <p:ph type="body" idx="1"/>
          </p:nvPr>
        </p:nvSpPr>
        <p:spPr>
          <a:xfrm>
            <a:off x="685800" y="1295400"/>
            <a:ext cx="7848600" cy="4495800"/>
          </a:xfrm>
          <a:prstGeom prst="rect">
            <a:avLst/>
          </a:prstGeom>
          <a:noFill/>
          <a:ln>
            <a:noFill/>
          </a:ln>
        </p:spPr>
        <p:txBody>
          <a:bodyPr spcFirstLastPara="1" wrap="square" lIns="91425" tIns="45700" rIns="91425" bIns="45700" anchor="t" anchorCtr="0">
            <a:normAutofit/>
          </a:bodyPr>
          <a:lstStyle/>
          <a:p>
            <a:pPr marL="342900" lvl="0" indent="-317500" algn="l" rtl="0">
              <a:spcBef>
                <a:spcPts val="480"/>
              </a:spcBef>
              <a:spcAft>
                <a:spcPts val="0"/>
              </a:spcAft>
              <a:buSzPts val="2400"/>
              <a:buChar char="»"/>
            </a:pPr>
            <a:r>
              <a:rPr lang="en-US" sz="2400"/>
              <a:t>A class object can peek at the private data any time with the </a:t>
            </a:r>
            <a:r>
              <a:rPr lang="en-US" sz="2400">
                <a:solidFill>
                  <a:srgbClr val="FF0000"/>
                </a:solidFill>
              </a:rPr>
              <a:t>public get method and that can modify the private data </a:t>
            </a:r>
            <a:r>
              <a:rPr lang="en-US" sz="2400"/>
              <a:t>at will through the public set method.</a:t>
            </a:r>
            <a:endParaRPr sz="2400"/>
          </a:p>
          <a:p>
            <a:pPr marL="342900" lvl="0" indent="0" algn="l" rtl="0">
              <a:spcBef>
                <a:spcPts val="480"/>
              </a:spcBef>
              <a:spcAft>
                <a:spcPts val="0"/>
              </a:spcAft>
              <a:buNone/>
            </a:pPr>
            <a:endParaRPr sz="2400"/>
          </a:p>
          <a:p>
            <a:pPr marL="342900" lvl="0" indent="-317500" algn="l" rtl="0">
              <a:spcBef>
                <a:spcPts val="480"/>
              </a:spcBef>
              <a:spcAft>
                <a:spcPts val="0"/>
              </a:spcAft>
              <a:buSzPts val="2400"/>
              <a:buChar char="»"/>
            </a:pPr>
            <a:r>
              <a:rPr lang="en-US" sz="2400"/>
              <a:t>But </a:t>
            </a:r>
            <a:r>
              <a:rPr lang="en-US" sz="2400">
                <a:solidFill>
                  <a:srgbClr val="FF0000"/>
                </a:solidFill>
              </a:rPr>
              <a:t>set methods</a:t>
            </a:r>
            <a:r>
              <a:rPr lang="en-US" sz="2400"/>
              <a:t> can be programmed to </a:t>
            </a:r>
            <a:r>
              <a:rPr lang="en-US" sz="2400">
                <a:solidFill>
                  <a:srgbClr val="FF0000"/>
                </a:solidFill>
              </a:rPr>
              <a:t>validate </a:t>
            </a:r>
            <a:r>
              <a:rPr lang="en-US" sz="2400"/>
              <a:t>their arguments and reject any attempts to set the data to bad values, such as a negative body temperature, a day in March out of the range 1 through 31, a product code not in the company’s product catalog, etc.</a:t>
            </a:r>
            <a:endParaRPr sz="2400"/>
          </a:p>
          <a:p>
            <a:pPr marL="0" lvl="0" indent="0" algn="l" rtl="0">
              <a:spcBef>
                <a:spcPts val="480"/>
              </a:spcBef>
              <a:spcAft>
                <a:spcPts val="0"/>
              </a:spcAft>
              <a:buNone/>
            </a:pPr>
            <a:endParaRPr sz="2400"/>
          </a:p>
        </p:txBody>
      </p:sp>
      <p:sp>
        <p:nvSpPr>
          <p:cNvPr id="167" name="Google Shape;167;g33550a76cbc_0_35"/>
          <p:cNvSpPr txBox="1"/>
          <p:nvPr/>
        </p:nvSpPr>
        <p:spPr>
          <a:xfrm>
            <a:off x="533400" y="304800"/>
            <a:ext cx="8153400" cy="990600"/>
          </a:xfrm>
          <a:prstGeom prst="rect">
            <a:avLst/>
          </a:prstGeom>
          <a:noFill/>
          <a:ln>
            <a:noFill/>
          </a:ln>
        </p:spPr>
        <p:txBody>
          <a:bodyPr spcFirstLastPara="1" wrap="square" lIns="91425" tIns="45700" rIns="91425" bIns="45700" anchor="ctr" anchorCtr="0">
            <a:noAutofit/>
          </a:bodyPr>
          <a:lstStyle/>
          <a:p>
            <a:pPr marL="0" lvl="0" indent="0" algn="l" rtl="0">
              <a:lnSpc>
                <a:spcPct val="200000"/>
              </a:lnSpc>
              <a:spcBef>
                <a:spcPts val="0"/>
              </a:spcBef>
              <a:spcAft>
                <a:spcPts val="0"/>
              </a:spcAft>
              <a:buClr>
                <a:srgbClr val="C00000"/>
              </a:buClr>
              <a:buSzPts val="3200"/>
              <a:buFont typeface="Calibri"/>
              <a:buNone/>
            </a:pPr>
            <a:r>
              <a:rPr lang="en-US" sz="3200" b="1" cap="small">
                <a:solidFill>
                  <a:srgbClr val="C00000"/>
                </a:solidFill>
                <a:latin typeface="Calibri"/>
                <a:ea typeface="Calibri"/>
                <a:cs typeface="Calibri"/>
                <a:sym typeface="Calibri"/>
              </a:rPr>
              <a:t>Why Data Fields Should Be private?</a:t>
            </a:r>
            <a:endParaRPr sz="3200" b="1" cap="small">
              <a:solidFill>
                <a:srgbClr val="C00000"/>
              </a:solidFill>
              <a:latin typeface="Calibri"/>
              <a:ea typeface="Calibri"/>
              <a:cs typeface="Calibri"/>
              <a:sym typeface="Calibri"/>
            </a:endParaRPr>
          </a:p>
        </p:txBody>
      </p:sp>
      <p:sp>
        <p:nvSpPr>
          <p:cNvPr id="168" name="Google Shape;168;g33550a76cbc_0_35"/>
          <p:cNvSpPr txBox="1">
            <a:spLocks noGrp="1"/>
          </p:cNvSpPr>
          <p:nvPr>
            <p:ph type="sldNum" idx="12"/>
          </p:nvPr>
        </p:nvSpPr>
        <p:spPr>
          <a:xfrm>
            <a:off x="8686800" y="5740400"/>
            <a:ext cx="381000" cy="3651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3550a76cbc_0_41"/>
          <p:cNvSpPr txBox="1">
            <a:spLocks noGrp="1"/>
          </p:cNvSpPr>
          <p:nvPr>
            <p:ph type="body" idx="1"/>
          </p:nvPr>
        </p:nvSpPr>
        <p:spPr>
          <a:xfrm>
            <a:off x="685800" y="3810803"/>
            <a:ext cx="7848600" cy="2818500"/>
          </a:xfrm>
          <a:prstGeom prst="rect">
            <a:avLst/>
          </a:prstGeom>
          <a:noFill/>
          <a:ln>
            <a:noFill/>
          </a:ln>
        </p:spPr>
        <p:txBody>
          <a:bodyPr spcFirstLastPara="1" wrap="square" lIns="91425" tIns="45700" rIns="91425" bIns="45700" anchor="t" anchorCtr="0">
            <a:noAutofit/>
          </a:bodyPr>
          <a:lstStyle/>
          <a:p>
            <a:pPr marL="514350" lvl="0" indent="-514350" algn="l" rtl="0">
              <a:spcBef>
                <a:spcPts val="0"/>
              </a:spcBef>
              <a:spcAft>
                <a:spcPts val="0"/>
              </a:spcAft>
              <a:buClr>
                <a:schemeClr val="dk2"/>
              </a:buClr>
              <a:buSzPts val="1600"/>
              <a:buFont typeface="Calibri"/>
              <a:buAutoNum type="arabicPeriod"/>
            </a:pPr>
            <a:r>
              <a:rPr lang="en-US" sz="1600"/>
              <a:t>The radius of this circle (default: 1.0).</a:t>
            </a:r>
            <a:endParaRPr/>
          </a:p>
          <a:p>
            <a:pPr marL="514350" lvl="0" indent="-514350" algn="l" rtl="0">
              <a:spcBef>
                <a:spcPts val="320"/>
              </a:spcBef>
              <a:spcAft>
                <a:spcPts val="0"/>
              </a:spcAft>
              <a:buClr>
                <a:schemeClr val="dk2"/>
              </a:buClr>
              <a:buSzPts val="1600"/>
              <a:buFont typeface="Calibri"/>
              <a:buAutoNum type="arabicPeriod"/>
            </a:pPr>
            <a:r>
              <a:rPr lang="en-US" sz="1600"/>
              <a:t>The number of circle objects created.</a:t>
            </a:r>
            <a:endParaRPr/>
          </a:p>
          <a:p>
            <a:pPr marL="514350" lvl="0" indent="-514350" algn="l" rtl="0">
              <a:spcBef>
                <a:spcPts val="320"/>
              </a:spcBef>
              <a:spcAft>
                <a:spcPts val="0"/>
              </a:spcAft>
              <a:buClr>
                <a:schemeClr val="dk2"/>
              </a:buClr>
              <a:buSzPts val="1600"/>
              <a:buFont typeface="Calibri"/>
              <a:buAutoNum type="arabicPeriod"/>
            </a:pPr>
            <a:r>
              <a:rPr lang="en-US" sz="1600"/>
              <a:t>Constructs a default circle object.</a:t>
            </a:r>
            <a:endParaRPr/>
          </a:p>
          <a:p>
            <a:pPr marL="514350" lvl="0" indent="-514350" algn="l" rtl="0">
              <a:spcBef>
                <a:spcPts val="320"/>
              </a:spcBef>
              <a:spcAft>
                <a:spcPts val="0"/>
              </a:spcAft>
              <a:buClr>
                <a:schemeClr val="dk2"/>
              </a:buClr>
              <a:buSzPts val="1600"/>
              <a:buFont typeface="Calibri"/>
              <a:buAutoNum type="arabicPeriod"/>
            </a:pPr>
            <a:r>
              <a:rPr lang="en-US" sz="1600"/>
              <a:t>Constructs a circle object with the specified radius.</a:t>
            </a:r>
            <a:endParaRPr/>
          </a:p>
          <a:p>
            <a:pPr marL="514350" lvl="0" indent="-514350" algn="l" rtl="0">
              <a:spcBef>
                <a:spcPts val="320"/>
              </a:spcBef>
              <a:spcAft>
                <a:spcPts val="0"/>
              </a:spcAft>
              <a:buClr>
                <a:schemeClr val="dk2"/>
              </a:buClr>
              <a:buSzPts val="1600"/>
              <a:buFont typeface="Calibri"/>
              <a:buAutoNum type="arabicPeriod"/>
            </a:pPr>
            <a:r>
              <a:rPr lang="en-US" sz="1600"/>
              <a:t>Returns the radius of this circle.</a:t>
            </a:r>
            <a:endParaRPr/>
          </a:p>
          <a:p>
            <a:pPr marL="514350" lvl="0" indent="-514350" algn="l" rtl="0">
              <a:spcBef>
                <a:spcPts val="320"/>
              </a:spcBef>
              <a:spcAft>
                <a:spcPts val="0"/>
              </a:spcAft>
              <a:buClr>
                <a:schemeClr val="dk2"/>
              </a:buClr>
              <a:buSzPts val="1600"/>
              <a:buFont typeface="Calibri"/>
              <a:buAutoNum type="arabicPeriod"/>
            </a:pPr>
            <a:r>
              <a:rPr lang="en-US" sz="1600"/>
              <a:t>Sets a new radius for this circle.</a:t>
            </a:r>
            <a:endParaRPr/>
          </a:p>
          <a:p>
            <a:pPr marL="514350" lvl="0" indent="-514350" algn="l" rtl="0">
              <a:spcBef>
                <a:spcPts val="320"/>
              </a:spcBef>
              <a:spcAft>
                <a:spcPts val="0"/>
              </a:spcAft>
              <a:buClr>
                <a:schemeClr val="dk2"/>
              </a:buClr>
              <a:buSzPts val="1600"/>
              <a:buFont typeface="Calibri"/>
              <a:buAutoNum type="arabicPeriod"/>
            </a:pPr>
            <a:r>
              <a:rPr lang="en-US" sz="1600"/>
              <a:t>Returns the number of circle objects created.</a:t>
            </a:r>
            <a:endParaRPr/>
          </a:p>
          <a:p>
            <a:pPr marL="514350" lvl="0" indent="-514350" algn="l" rtl="0">
              <a:spcBef>
                <a:spcPts val="320"/>
              </a:spcBef>
              <a:spcAft>
                <a:spcPts val="0"/>
              </a:spcAft>
              <a:buClr>
                <a:schemeClr val="dk2"/>
              </a:buClr>
              <a:buSzPts val="1600"/>
              <a:buFont typeface="Calibri"/>
              <a:buAutoNum type="arabicPeriod"/>
            </a:pPr>
            <a:r>
              <a:rPr lang="en-US" sz="1600"/>
              <a:t>Returns the area of this circle.</a:t>
            </a:r>
            <a:endParaRPr sz="1600"/>
          </a:p>
        </p:txBody>
      </p:sp>
      <p:sp>
        <p:nvSpPr>
          <p:cNvPr id="174" name="Google Shape;174;g33550a76cbc_0_41"/>
          <p:cNvSpPr txBox="1"/>
          <p:nvPr/>
        </p:nvSpPr>
        <p:spPr>
          <a:xfrm>
            <a:off x="533400" y="304800"/>
            <a:ext cx="8153400" cy="990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00000"/>
              </a:buClr>
              <a:buSzPts val="3200"/>
              <a:buFont typeface="Calibri"/>
              <a:buNone/>
            </a:pPr>
            <a:r>
              <a:rPr lang="en-US" sz="3200" b="1" cap="small">
                <a:solidFill>
                  <a:srgbClr val="C00000"/>
                </a:solidFill>
                <a:latin typeface="Calibri"/>
                <a:ea typeface="Calibri"/>
                <a:cs typeface="Calibri"/>
                <a:sym typeface="Calibri"/>
              </a:rPr>
              <a:t>Example of Data Field Encapsulation</a:t>
            </a:r>
            <a:endParaRPr/>
          </a:p>
        </p:txBody>
      </p:sp>
      <p:sp>
        <p:nvSpPr>
          <p:cNvPr id="175" name="Google Shape;175;g33550a76cbc_0_41"/>
          <p:cNvSpPr txBox="1">
            <a:spLocks noGrp="1"/>
          </p:cNvSpPr>
          <p:nvPr>
            <p:ph type="sldNum" idx="12"/>
          </p:nvPr>
        </p:nvSpPr>
        <p:spPr>
          <a:xfrm>
            <a:off x="8686800" y="5740400"/>
            <a:ext cx="381000" cy="3651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000000"/>
              </a:buClr>
              <a:buFont typeface="Arial"/>
              <a:buNone/>
            </a:pPr>
            <a:fld id="{00000000-1234-1234-1234-123412341234}" type="slidenum">
              <a:rPr lang="en-US"/>
              <a:t>9</a:t>
            </a:fld>
            <a:endParaRPr/>
          </a:p>
        </p:txBody>
      </p:sp>
      <p:pic>
        <p:nvPicPr>
          <p:cNvPr id="176" name="Google Shape;176;g33550a76cbc_0_41" descr="C:\Users\Its\Downloads\t1 (12).png"/>
          <p:cNvPicPr preferRelativeResize="0"/>
          <p:nvPr/>
        </p:nvPicPr>
        <p:blipFill rotWithShape="1">
          <a:blip r:embed="rId3">
            <a:alphaModFix/>
          </a:blip>
          <a:srcRect/>
          <a:stretch/>
        </p:blipFill>
        <p:spPr>
          <a:xfrm>
            <a:off x="2941220" y="1481539"/>
            <a:ext cx="2876550" cy="2143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3"/>
          <p:cNvSpPr txBox="1">
            <a:spLocks noGrp="1"/>
          </p:cNvSpPr>
          <p:nvPr>
            <p:ph type="body" idx="1"/>
          </p:nvPr>
        </p:nvSpPr>
        <p:spPr>
          <a:xfrm>
            <a:off x="609600" y="838200"/>
            <a:ext cx="8077200" cy="47244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2"/>
              </a:buClr>
              <a:buSzPts val="2800"/>
              <a:buChar char="»"/>
            </a:pPr>
            <a:r>
              <a:rPr lang="en-US"/>
              <a:t>Shadowing</a:t>
            </a:r>
            <a:endParaRPr/>
          </a:p>
          <a:p>
            <a:pPr marL="742950" lvl="1" indent="-285750" algn="l" rtl="0">
              <a:spcBef>
                <a:spcPts val="480"/>
              </a:spcBef>
              <a:spcAft>
                <a:spcPts val="0"/>
              </a:spcAft>
              <a:buClr>
                <a:schemeClr val="dk1"/>
              </a:buClr>
              <a:buSzPts val="2400"/>
              <a:buChar char="˃"/>
            </a:pPr>
            <a:r>
              <a:rPr lang="en-US" sz="2400"/>
              <a:t>A field is shadowed (or hidden) if a local variable or parameter has the same name as the field</a:t>
            </a:r>
            <a:endParaRPr/>
          </a:p>
          <a:p>
            <a:pPr marL="1143000" lvl="2" indent="-228600" algn="l" rtl="0">
              <a:spcBef>
                <a:spcPts val="480"/>
              </a:spcBef>
              <a:spcAft>
                <a:spcPts val="0"/>
              </a:spcAft>
              <a:buClr>
                <a:schemeClr val="dk1"/>
              </a:buClr>
              <a:buSzPts val="2400"/>
              <a:buFont typeface="Noto Sans Symbols"/>
              <a:buChar char="▪"/>
            </a:pPr>
            <a:r>
              <a:rPr lang="en-US" sz="2400"/>
              <a:t>This lasts until the local variable or parameter goes out of scope</a:t>
            </a:r>
            <a:endParaRPr/>
          </a:p>
        </p:txBody>
      </p:sp>
      <p:sp>
        <p:nvSpPr>
          <p:cNvPr id="182" name="Google Shape;182;p23"/>
          <p:cNvSpPr txBox="1"/>
          <p:nvPr/>
        </p:nvSpPr>
        <p:spPr>
          <a:xfrm>
            <a:off x="609600" y="228600"/>
            <a:ext cx="8229600" cy="6096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C00000"/>
              </a:buClr>
              <a:buSzPts val="3200"/>
              <a:buFont typeface="Calibri"/>
              <a:buNone/>
            </a:pPr>
            <a:r>
              <a:rPr lang="en-US" sz="3200" b="1" cap="small">
                <a:solidFill>
                  <a:srgbClr val="C00000"/>
                </a:solidFill>
                <a:latin typeface="Calibri"/>
                <a:ea typeface="Calibri"/>
                <a:cs typeface="Calibri"/>
                <a:sym typeface="Calibri"/>
              </a:rPr>
              <a:t>Scope of Declarations - Shadowing </a:t>
            </a:r>
            <a:endParaRPr sz="3200" b="1" cap="small">
              <a:solidFill>
                <a:srgbClr val="C00000"/>
              </a:solidFill>
              <a:latin typeface="Calibri"/>
              <a:ea typeface="Calibri"/>
              <a:cs typeface="Calibri"/>
              <a:sym typeface="Calibri"/>
            </a:endParaRPr>
          </a:p>
        </p:txBody>
      </p:sp>
      <p:sp>
        <p:nvSpPr>
          <p:cNvPr id="183" name="Google Shape;183;p23"/>
          <p:cNvSpPr/>
          <p:nvPr/>
        </p:nvSpPr>
        <p:spPr>
          <a:xfrm>
            <a:off x="8686800" y="5740560"/>
            <a:ext cx="38016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fld id="{00000000-1234-1234-1234-123412341234}" type="slidenum">
              <a:rPr lang="en-US" sz="1200" b="0" strike="noStrike">
                <a:solidFill>
                  <a:srgbClr val="A79D99"/>
                </a:solidFill>
                <a:latin typeface="Calibri"/>
                <a:ea typeface="Calibri"/>
                <a:cs typeface="Calibri"/>
                <a:sym typeface="Calibri"/>
              </a:rPr>
              <a:t>10</a:t>
            </a:fld>
            <a:endParaRPr sz="1800" b="0"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graphicFrame>
        <p:nvGraphicFramePr>
          <p:cNvPr id="188" name="Google Shape;188;p24"/>
          <p:cNvGraphicFramePr/>
          <p:nvPr/>
        </p:nvGraphicFramePr>
        <p:xfrm>
          <a:off x="423862" y="769937"/>
          <a:ext cx="7040563" cy="4889500"/>
        </p:xfrm>
        <a:graphic>
          <a:graphicData uri="http://schemas.openxmlformats.org/presentationml/2006/ole">
            <mc:AlternateContent xmlns:mc="http://schemas.openxmlformats.org/markup-compatibility/2006">
              <mc:Choice xmlns:v="urn:schemas-microsoft-com:vml" Requires="v">
                <p:oleObj r:id="rId3" imgW="7040563" imgH="4889500" progId="Word.Document.8">
                  <p:embed/>
                </p:oleObj>
              </mc:Choice>
              <mc:Fallback>
                <p:oleObj r:id="rId3" imgW="7040563" imgH="4889500" progId="Word.Document.8">
                  <p:embed/>
                  <p:pic>
                    <p:nvPicPr>
                      <p:cNvPr id="188" name="Google Shape;188;p24"/>
                      <p:cNvPicPr preferRelativeResize="0"/>
                      <p:nvPr/>
                    </p:nvPicPr>
                    <p:blipFill rotWithShape="1">
                      <a:blip r:embed="rId4">
                        <a:alphaModFix/>
                      </a:blip>
                      <a:srcRect/>
                      <a:stretch/>
                    </p:blipFill>
                    <p:spPr>
                      <a:xfrm>
                        <a:off x="423862" y="769937"/>
                        <a:ext cx="7040563" cy="4889500"/>
                      </a:xfrm>
                      <a:prstGeom prst="rect">
                        <a:avLst/>
                      </a:prstGeom>
                      <a:noFill/>
                      <a:ln>
                        <a:noFill/>
                      </a:ln>
                    </p:spPr>
                  </p:pic>
                </p:oleObj>
              </mc:Fallback>
            </mc:AlternateContent>
          </a:graphicData>
        </a:graphic>
      </p:graphicFrame>
      <p:sp>
        <p:nvSpPr>
          <p:cNvPr id="189" name="Google Shape;189;p24"/>
          <p:cNvSpPr txBox="1"/>
          <p:nvPr/>
        </p:nvSpPr>
        <p:spPr>
          <a:xfrm>
            <a:off x="6059487" y="2827337"/>
            <a:ext cx="1600200" cy="346075"/>
          </a:xfrm>
          <a:prstGeom prst="rect">
            <a:avLst/>
          </a:prstGeom>
          <a:solidFill>
            <a:srgbClr val="F0F7F7"/>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228600" marR="0" lvl="0" indent="-228600" algn="l" rtl="0">
              <a:spcBef>
                <a:spcPts val="0"/>
              </a:spcBef>
              <a:spcAft>
                <a:spcPts val="0"/>
              </a:spcAft>
              <a:buNone/>
            </a:pPr>
            <a:r>
              <a:rPr lang="en-US" sz="1600">
                <a:solidFill>
                  <a:srgbClr val="275AFF"/>
                </a:solidFill>
                <a:latin typeface="Times New Roman"/>
                <a:ea typeface="Times New Roman"/>
                <a:cs typeface="Times New Roman"/>
                <a:sym typeface="Times New Roman"/>
              </a:rPr>
              <a:t>Shadows field </a:t>
            </a:r>
            <a:r>
              <a:rPr lang="en-US" sz="1600" b="1">
                <a:solidFill>
                  <a:srgbClr val="275AFF"/>
                </a:solidFill>
                <a:latin typeface="Courier New"/>
                <a:ea typeface="Courier New"/>
                <a:cs typeface="Courier New"/>
                <a:sym typeface="Courier New"/>
              </a:rPr>
              <a:t>x</a:t>
            </a:r>
            <a:endParaRPr/>
          </a:p>
        </p:txBody>
      </p:sp>
      <p:cxnSp>
        <p:nvCxnSpPr>
          <p:cNvPr id="190" name="Google Shape;190;p24"/>
          <p:cNvCxnSpPr/>
          <p:nvPr/>
        </p:nvCxnSpPr>
        <p:spPr>
          <a:xfrm flipH="1">
            <a:off x="1868487" y="2827337"/>
            <a:ext cx="4191000" cy="685800"/>
          </a:xfrm>
          <a:prstGeom prst="straightConnector1">
            <a:avLst/>
          </a:prstGeom>
          <a:noFill/>
          <a:ln w="9525" cap="flat" cmpd="sng">
            <a:solidFill>
              <a:schemeClr val="dk1"/>
            </a:solidFill>
            <a:prstDash val="solid"/>
            <a:round/>
            <a:headEnd type="none" w="med" len="med"/>
            <a:tailEnd type="triangle" w="med" len="med"/>
          </a:ln>
        </p:spPr>
      </p:cxnSp>
      <p:sp>
        <p:nvSpPr>
          <p:cNvPr id="191" name="Google Shape;191;p24"/>
          <p:cNvSpPr txBox="1"/>
          <p:nvPr/>
        </p:nvSpPr>
        <p:spPr>
          <a:xfrm>
            <a:off x="6516687" y="4046537"/>
            <a:ext cx="1828800" cy="590550"/>
          </a:xfrm>
          <a:prstGeom prst="rect">
            <a:avLst/>
          </a:prstGeom>
          <a:solidFill>
            <a:srgbClr val="F0F7F7"/>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228600" marR="0" lvl="0" indent="-228600" algn="l" rtl="0">
              <a:spcBef>
                <a:spcPts val="0"/>
              </a:spcBef>
              <a:spcAft>
                <a:spcPts val="0"/>
              </a:spcAft>
              <a:buNone/>
            </a:pPr>
            <a:r>
              <a:rPr lang="en-US" sz="1600">
                <a:solidFill>
                  <a:srgbClr val="275AFF"/>
                </a:solidFill>
                <a:latin typeface="Times New Roman"/>
                <a:ea typeface="Times New Roman"/>
                <a:cs typeface="Times New Roman"/>
                <a:sym typeface="Times New Roman"/>
              </a:rPr>
              <a:t>Display value of local variable </a:t>
            </a:r>
            <a:r>
              <a:rPr lang="en-US" sz="1600" b="1">
                <a:solidFill>
                  <a:srgbClr val="275AFF"/>
                </a:solidFill>
                <a:latin typeface="Courier New"/>
                <a:ea typeface="Courier New"/>
                <a:cs typeface="Courier New"/>
                <a:sym typeface="Courier New"/>
              </a:rPr>
              <a:t>x</a:t>
            </a:r>
            <a:endParaRPr/>
          </a:p>
        </p:txBody>
      </p:sp>
      <p:cxnSp>
        <p:nvCxnSpPr>
          <p:cNvPr id="192" name="Google Shape;192;p24"/>
          <p:cNvCxnSpPr/>
          <p:nvPr/>
        </p:nvCxnSpPr>
        <p:spPr>
          <a:xfrm rot="10800000">
            <a:off x="5907087" y="4198937"/>
            <a:ext cx="609600" cy="228600"/>
          </a:xfrm>
          <a:prstGeom prst="straightConnector1">
            <a:avLst/>
          </a:prstGeom>
          <a:noFill/>
          <a:ln w="9525" cap="flat" cmpd="sng">
            <a:solidFill>
              <a:schemeClr val="dk1"/>
            </a:solidFill>
            <a:prstDash val="solid"/>
            <a:round/>
            <a:headEnd type="none" w="med" len="med"/>
            <a:tailEnd type="triangle" w="med" len="med"/>
          </a:ln>
        </p:spPr>
      </p:cxnSp>
      <p:sp>
        <p:nvSpPr>
          <p:cNvPr id="193" name="Google Shape;193;p24"/>
          <p:cNvSpPr/>
          <p:nvPr/>
        </p:nvSpPr>
        <p:spPr>
          <a:xfrm>
            <a:off x="8686800" y="5740560"/>
            <a:ext cx="38016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fld id="{00000000-1234-1234-1234-123412341234}" type="slidenum">
              <a:rPr lang="en-US" sz="1200" b="0" strike="noStrike">
                <a:solidFill>
                  <a:srgbClr val="A79D99"/>
                </a:solidFill>
                <a:latin typeface="Calibri"/>
                <a:ea typeface="Calibri"/>
                <a:cs typeface="Calibri"/>
                <a:sym typeface="Calibri"/>
              </a:rPr>
              <a:t>11</a:t>
            </a:fld>
            <a:endParaRPr sz="1800" b="0" strike="noStrik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9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graphicFrame>
        <p:nvGraphicFramePr>
          <p:cNvPr id="198" name="Google Shape;198;p25"/>
          <p:cNvGraphicFramePr/>
          <p:nvPr/>
        </p:nvGraphicFramePr>
        <p:xfrm>
          <a:off x="381000" y="533400"/>
          <a:ext cx="7040563" cy="5888038"/>
        </p:xfrm>
        <a:graphic>
          <a:graphicData uri="http://schemas.openxmlformats.org/presentationml/2006/ole">
            <mc:AlternateContent xmlns:mc="http://schemas.openxmlformats.org/markup-compatibility/2006">
              <mc:Choice xmlns:v="urn:schemas-microsoft-com:vml" Requires="v">
                <p:oleObj r:id="rId3" imgW="7040563" imgH="5888038" progId="Word.Document.8">
                  <p:embed/>
                </p:oleObj>
              </mc:Choice>
              <mc:Fallback>
                <p:oleObj r:id="rId3" imgW="7040563" imgH="5888038" progId="Word.Document.8">
                  <p:embed/>
                  <p:pic>
                    <p:nvPicPr>
                      <p:cNvPr id="198" name="Google Shape;198;p25"/>
                      <p:cNvPicPr preferRelativeResize="0"/>
                      <p:nvPr/>
                    </p:nvPicPr>
                    <p:blipFill rotWithShape="1">
                      <a:blip r:embed="rId4">
                        <a:alphaModFix/>
                      </a:blip>
                      <a:srcRect/>
                      <a:stretch/>
                    </p:blipFill>
                    <p:spPr>
                      <a:xfrm>
                        <a:off x="381000" y="533400"/>
                        <a:ext cx="7040563" cy="5888038"/>
                      </a:xfrm>
                      <a:prstGeom prst="rect">
                        <a:avLst/>
                      </a:prstGeom>
                      <a:noFill/>
                      <a:ln>
                        <a:noFill/>
                      </a:ln>
                    </p:spPr>
                  </p:pic>
                </p:oleObj>
              </mc:Fallback>
            </mc:AlternateContent>
          </a:graphicData>
        </a:graphic>
      </p:graphicFrame>
      <p:sp>
        <p:nvSpPr>
          <p:cNvPr id="199" name="Google Shape;199;p25"/>
          <p:cNvSpPr txBox="1"/>
          <p:nvPr/>
        </p:nvSpPr>
        <p:spPr>
          <a:xfrm>
            <a:off x="5788025" y="1524000"/>
            <a:ext cx="1600200" cy="346075"/>
          </a:xfrm>
          <a:prstGeom prst="rect">
            <a:avLst/>
          </a:prstGeom>
          <a:solidFill>
            <a:srgbClr val="F0F7F7"/>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228600" marR="0" lvl="0" indent="-228600" algn="l" rtl="0">
              <a:spcBef>
                <a:spcPts val="0"/>
              </a:spcBef>
              <a:spcAft>
                <a:spcPts val="0"/>
              </a:spcAft>
              <a:buNone/>
            </a:pPr>
            <a:r>
              <a:rPr lang="en-US" sz="1600">
                <a:solidFill>
                  <a:srgbClr val="275AFF"/>
                </a:solidFill>
                <a:latin typeface="Times New Roman"/>
                <a:ea typeface="Times New Roman"/>
                <a:cs typeface="Times New Roman"/>
                <a:sym typeface="Times New Roman"/>
              </a:rPr>
              <a:t>Shadows field </a:t>
            </a:r>
            <a:r>
              <a:rPr lang="en-US" sz="1600" b="1">
                <a:solidFill>
                  <a:srgbClr val="275AFF"/>
                </a:solidFill>
                <a:latin typeface="Courier New"/>
                <a:ea typeface="Courier New"/>
                <a:cs typeface="Courier New"/>
                <a:sym typeface="Courier New"/>
              </a:rPr>
              <a:t>x</a:t>
            </a:r>
            <a:endParaRPr/>
          </a:p>
        </p:txBody>
      </p:sp>
      <p:cxnSp>
        <p:nvCxnSpPr>
          <p:cNvPr id="200" name="Google Shape;200;p25"/>
          <p:cNvCxnSpPr/>
          <p:nvPr/>
        </p:nvCxnSpPr>
        <p:spPr>
          <a:xfrm flipH="1">
            <a:off x="1749425" y="1600200"/>
            <a:ext cx="4038600" cy="304800"/>
          </a:xfrm>
          <a:prstGeom prst="straightConnector1">
            <a:avLst/>
          </a:prstGeom>
          <a:noFill/>
          <a:ln w="9525" cap="flat" cmpd="sng">
            <a:solidFill>
              <a:schemeClr val="dk1"/>
            </a:solidFill>
            <a:prstDash val="solid"/>
            <a:round/>
            <a:headEnd type="none" w="med" len="med"/>
            <a:tailEnd type="triangle" w="med" len="med"/>
          </a:ln>
        </p:spPr>
      </p:cxnSp>
      <p:sp>
        <p:nvSpPr>
          <p:cNvPr id="201" name="Google Shape;201;p25"/>
          <p:cNvSpPr txBox="1"/>
          <p:nvPr/>
        </p:nvSpPr>
        <p:spPr>
          <a:xfrm>
            <a:off x="7159625" y="2819400"/>
            <a:ext cx="1828800" cy="590550"/>
          </a:xfrm>
          <a:prstGeom prst="rect">
            <a:avLst/>
          </a:prstGeom>
          <a:solidFill>
            <a:srgbClr val="F0F7F7"/>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228600" marR="0" lvl="0" indent="-228600" algn="l" rtl="0">
              <a:spcBef>
                <a:spcPts val="0"/>
              </a:spcBef>
              <a:spcAft>
                <a:spcPts val="0"/>
              </a:spcAft>
              <a:buNone/>
            </a:pPr>
            <a:r>
              <a:rPr lang="en-US" sz="1600">
                <a:solidFill>
                  <a:srgbClr val="275AFF"/>
                </a:solidFill>
                <a:latin typeface="Times New Roman"/>
                <a:ea typeface="Times New Roman"/>
                <a:cs typeface="Times New Roman"/>
                <a:sym typeface="Times New Roman"/>
              </a:rPr>
              <a:t>Display value of local variable </a:t>
            </a:r>
            <a:r>
              <a:rPr lang="en-US" sz="1600" b="1">
                <a:solidFill>
                  <a:srgbClr val="275AFF"/>
                </a:solidFill>
                <a:latin typeface="Courier New"/>
                <a:ea typeface="Courier New"/>
                <a:cs typeface="Courier New"/>
                <a:sym typeface="Courier New"/>
              </a:rPr>
              <a:t>x</a:t>
            </a:r>
            <a:endParaRPr/>
          </a:p>
        </p:txBody>
      </p:sp>
      <p:cxnSp>
        <p:nvCxnSpPr>
          <p:cNvPr id="202" name="Google Shape;202;p25"/>
          <p:cNvCxnSpPr/>
          <p:nvPr/>
        </p:nvCxnSpPr>
        <p:spPr>
          <a:xfrm rot="10800000">
            <a:off x="6397625" y="2819400"/>
            <a:ext cx="762000" cy="228600"/>
          </a:xfrm>
          <a:prstGeom prst="straightConnector1">
            <a:avLst/>
          </a:prstGeom>
          <a:noFill/>
          <a:ln w="9525" cap="flat" cmpd="sng">
            <a:solidFill>
              <a:schemeClr val="dk1"/>
            </a:solidFill>
            <a:prstDash val="solid"/>
            <a:round/>
            <a:headEnd type="none" w="med" len="med"/>
            <a:tailEnd type="triangle" w="med" len="med"/>
          </a:ln>
        </p:spPr>
      </p:cxnSp>
      <p:cxnSp>
        <p:nvCxnSpPr>
          <p:cNvPr id="203" name="Google Shape;203;p25"/>
          <p:cNvCxnSpPr/>
          <p:nvPr/>
        </p:nvCxnSpPr>
        <p:spPr>
          <a:xfrm flipH="1">
            <a:off x="6626225" y="3048000"/>
            <a:ext cx="533400" cy="228600"/>
          </a:xfrm>
          <a:prstGeom prst="straightConnector1">
            <a:avLst/>
          </a:prstGeom>
          <a:noFill/>
          <a:ln w="9525" cap="flat" cmpd="sng">
            <a:solidFill>
              <a:schemeClr val="dk1"/>
            </a:solidFill>
            <a:prstDash val="solid"/>
            <a:round/>
            <a:headEnd type="none" w="med" len="med"/>
            <a:tailEnd type="triangle" w="med" len="med"/>
          </a:ln>
        </p:spPr>
      </p:cxnSp>
      <p:sp>
        <p:nvSpPr>
          <p:cNvPr id="204" name="Google Shape;204;p25"/>
          <p:cNvSpPr txBox="1"/>
          <p:nvPr/>
        </p:nvSpPr>
        <p:spPr>
          <a:xfrm>
            <a:off x="6702425" y="5029200"/>
            <a:ext cx="1600200" cy="590550"/>
          </a:xfrm>
          <a:prstGeom prst="rect">
            <a:avLst/>
          </a:prstGeom>
          <a:solidFill>
            <a:srgbClr val="F0F7F7"/>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228600" marR="0" lvl="0" indent="-228600" algn="l" rtl="0">
              <a:spcBef>
                <a:spcPts val="0"/>
              </a:spcBef>
              <a:spcAft>
                <a:spcPts val="0"/>
              </a:spcAft>
              <a:buNone/>
            </a:pPr>
            <a:r>
              <a:rPr lang="en-US" sz="1600">
                <a:solidFill>
                  <a:srgbClr val="275AFF"/>
                </a:solidFill>
                <a:latin typeface="Times New Roman"/>
                <a:ea typeface="Times New Roman"/>
                <a:cs typeface="Times New Roman"/>
                <a:sym typeface="Times New Roman"/>
              </a:rPr>
              <a:t>Display value of field </a:t>
            </a:r>
            <a:r>
              <a:rPr lang="en-US" sz="1600" b="1">
                <a:solidFill>
                  <a:srgbClr val="275AFF"/>
                </a:solidFill>
                <a:latin typeface="Courier New"/>
                <a:ea typeface="Courier New"/>
                <a:cs typeface="Courier New"/>
                <a:sym typeface="Courier New"/>
              </a:rPr>
              <a:t>x</a:t>
            </a:r>
            <a:endParaRPr/>
          </a:p>
        </p:txBody>
      </p:sp>
      <p:cxnSp>
        <p:nvCxnSpPr>
          <p:cNvPr id="205" name="Google Shape;205;p25"/>
          <p:cNvCxnSpPr/>
          <p:nvPr/>
        </p:nvCxnSpPr>
        <p:spPr>
          <a:xfrm rot="10800000">
            <a:off x="5940425" y="5029200"/>
            <a:ext cx="762000" cy="228600"/>
          </a:xfrm>
          <a:prstGeom prst="straightConnector1">
            <a:avLst/>
          </a:prstGeom>
          <a:noFill/>
          <a:ln w="9525" cap="flat" cmpd="sng">
            <a:solidFill>
              <a:schemeClr val="dk1"/>
            </a:solidFill>
            <a:prstDash val="solid"/>
            <a:round/>
            <a:headEnd type="none" w="med" len="med"/>
            <a:tailEnd type="triangle" w="med" len="med"/>
          </a:ln>
        </p:spPr>
      </p:cxnSp>
      <p:cxnSp>
        <p:nvCxnSpPr>
          <p:cNvPr id="206" name="Google Shape;206;p25"/>
          <p:cNvCxnSpPr/>
          <p:nvPr/>
        </p:nvCxnSpPr>
        <p:spPr>
          <a:xfrm flipH="1">
            <a:off x="6169025" y="5257800"/>
            <a:ext cx="533400" cy="228600"/>
          </a:xfrm>
          <a:prstGeom prst="straightConnector1">
            <a:avLst/>
          </a:prstGeom>
          <a:noFill/>
          <a:ln w="9525" cap="flat" cmpd="sng">
            <a:solidFill>
              <a:schemeClr val="dk1"/>
            </a:solidFill>
            <a:prstDash val="solid"/>
            <a:round/>
            <a:headEnd type="none" w="med" len="med"/>
            <a:tailEnd type="triangle" w="med" len="med"/>
          </a:ln>
        </p:spPr>
      </p:cxnSp>
      <p:sp>
        <p:nvSpPr>
          <p:cNvPr id="207" name="Google Shape;207;p25"/>
          <p:cNvSpPr/>
          <p:nvPr/>
        </p:nvSpPr>
        <p:spPr>
          <a:xfrm>
            <a:off x="8686800" y="5740560"/>
            <a:ext cx="38016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fld id="{00000000-1234-1234-1234-123412341234}" type="slidenum">
              <a:rPr lang="en-US" sz="1200" b="0" strike="noStrike">
                <a:solidFill>
                  <a:srgbClr val="A79D99"/>
                </a:solidFill>
                <a:latin typeface="Calibri"/>
                <a:ea typeface="Calibri"/>
                <a:cs typeface="Calibri"/>
                <a:sym typeface="Calibri"/>
              </a:rPr>
              <a:t>12</a:t>
            </a:fld>
            <a:endParaRPr sz="1800" b="0" strike="noStrik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graphicFrame>
        <p:nvGraphicFramePr>
          <p:cNvPr id="212" name="Google Shape;212;p26"/>
          <p:cNvGraphicFramePr/>
          <p:nvPr/>
        </p:nvGraphicFramePr>
        <p:xfrm>
          <a:off x="457200" y="685800"/>
          <a:ext cx="7085013" cy="5310188"/>
        </p:xfrm>
        <a:graphic>
          <a:graphicData uri="http://schemas.openxmlformats.org/presentationml/2006/ole">
            <mc:AlternateContent xmlns:mc="http://schemas.openxmlformats.org/markup-compatibility/2006">
              <mc:Choice xmlns:v="urn:schemas-microsoft-com:vml" Requires="v">
                <p:oleObj r:id="rId3" imgW="7085013" imgH="5310188" progId="Word.Document.8">
                  <p:embed/>
                </p:oleObj>
              </mc:Choice>
              <mc:Fallback>
                <p:oleObj r:id="rId3" imgW="7085013" imgH="5310188" progId="Word.Document.8">
                  <p:embed/>
                  <p:pic>
                    <p:nvPicPr>
                      <p:cNvPr id="212" name="Google Shape;212;p26"/>
                      <p:cNvPicPr preferRelativeResize="0"/>
                      <p:nvPr/>
                    </p:nvPicPr>
                    <p:blipFill rotWithShape="1">
                      <a:blip r:embed="rId4">
                        <a:alphaModFix/>
                      </a:blip>
                      <a:srcRect/>
                      <a:stretch/>
                    </p:blipFill>
                    <p:spPr>
                      <a:xfrm>
                        <a:off x="457200" y="685800"/>
                        <a:ext cx="7085013" cy="5310188"/>
                      </a:xfrm>
                      <a:prstGeom prst="rect">
                        <a:avLst/>
                      </a:prstGeom>
                      <a:noFill/>
                      <a:ln>
                        <a:noFill/>
                      </a:ln>
                    </p:spPr>
                  </p:pic>
                </p:oleObj>
              </mc:Fallback>
            </mc:AlternateContent>
          </a:graphicData>
        </a:graphic>
      </p:graphicFrame>
      <p:sp>
        <p:nvSpPr>
          <p:cNvPr id="213" name="Google Shape;213;p26"/>
          <p:cNvSpPr/>
          <p:nvPr/>
        </p:nvSpPr>
        <p:spPr>
          <a:xfrm>
            <a:off x="8686800" y="5740560"/>
            <a:ext cx="38016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fld id="{00000000-1234-1234-1234-123412341234}" type="slidenum">
              <a:rPr lang="en-US" sz="1200" b="0" strike="noStrike">
                <a:solidFill>
                  <a:srgbClr val="A79D99"/>
                </a:solidFill>
                <a:latin typeface="Calibri"/>
                <a:ea typeface="Calibri"/>
                <a:cs typeface="Calibri"/>
                <a:sym typeface="Calibri"/>
              </a:rPr>
              <a:t>13</a:t>
            </a:fld>
            <a:endParaRPr sz="1800" b="0"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1"/>
          <p:cNvSpPr txBox="1">
            <a:spLocks noGrp="1"/>
          </p:cNvSpPr>
          <p:nvPr>
            <p:ph type="title"/>
          </p:nvPr>
        </p:nvSpPr>
        <p:spPr>
          <a:xfrm>
            <a:off x="533400" y="152400"/>
            <a:ext cx="8229600" cy="11430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C00000"/>
              </a:buClr>
              <a:buSzPts val="3200"/>
              <a:buFont typeface="Calibri"/>
              <a:buNone/>
            </a:pPr>
            <a:r>
              <a:rPr lang="en-US" sz="3200" cap="small">
                <a:solidFill>
                  <a:srgbClr val="C00000"/>
                </a:solidFill>
              </a:rPr>
              <a:t>Referring to the Current Object’s Members with the </a:t>
            </a:r>
            <a:r>
              <a:rPr lang="en-US" sz="3200" cap="small">
                <a:solidFill>
                  <a:srgbClr val="0000FF"/>
                </a:solidFill>
              </a:rPr>
              <a:t>this Reference </a:t>
            </a:r>
            <a:endParaRPr>
              <a:solidFill>
                <a:srgbClr val="0000FF"/>
              </a:solidFill>
            </a:endParaRPr>
          </a:p>
        </p:txBody>
      </p:sp>
      <p:sp>
        <p:nvSpPr>
          <p:cNvPr id="219" name="Google Shape;219;p31"/>
          <p:cNvSpPr txBox="1">
            <a:spLocks noGrp="1"/>
          </p:cNvSpPr>
          <p:nvPr>
            <p:ph type="body" idx="1"/>
          </p:nvPr>
        </p:nvSpPr>
        <p:spPr>
          <a:xfrm>
            <a:off x="609600" y="1295400"/>
            <a:ext cx="8153400" cy="51816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2"/>
              </a:buClr>
              <a:buSzPts val="2800"/>
              <a:buChar char="»"/>
            </a:pPr>
            <a:r>
              <a:rPr lang="en-US"/>
              <a:t>Any object can access a reference to itself with keyword </a:t>
            </a:r>
            <a:r>
              <a:rPr lang="en-US">
                <a:latin typeface="Courier New"/>
                <a:ea typeface="Courier New"/>
                <a:cs typeface="Courier New"/>
                <a:sym typeface="Courier New"/>
              </a:rPr>
              <a:t>this</a:t>
            </a:r>
            <a:endParaRPr/>
          </a:p>
          <a:p>
            <a:pPr marL="342900" lvl="0" indent="-342900" algn="l" rtl="0">
              <a:spcBef>
                <a:spcPts val="560"/>
              </a:spcBef>
              <a:spcAft>
                <a:spcPts val="0"/>
              </a:spcAft>
              <a:buClr>
                <a:schemeClr val="dk2"/>
              </a:buClr>
              <a:buSzPts val="2800"/>
              <a:buChar char="»"/>
            </a:pPr>
            <a:r>
              <a:rPr lang="en-US"/>
              <a:t>Non-</a:t>
            </a:r>
            <a:r>
              <a:rPr lang="en-US">
                <a:latin typeface="Courier New"/>
                <a:ea typeface="Courier New"/>
                <a:cs typeface="Courier New"/>
                <a:sym typeface="Courier New"/>
              </a:rPr>
              <a:t>static</a:t>
            </a:r>
            <a:r>
              <a:rPr lang="en-US"/>
              <a:t> methods implicitly use </a:t>
            </a:r>
            <a:r>
              <a:rPr lang="en-US">
                <a:latin typeface="Courier New"/>
                <a:ea typeface="Courier New"/>
                <a:cs typeface="Courier New"/>
                <a:sym typeface="Courier New"/>
              </a:rPr>
              <a:t>this</a:t>
            </a:r>
            <a:r>
              <a:rPr lang="en-US"/>
              <a:t> when referring to the object’s instance variables and other methods</a:t>
            </a:r>
            <a:endParaRPr/>
          </a:p>
          <a:p>
            <a:pPr marL="342900" lvl="0" indent="-342900" algn="l" rtl="0">
              <a:spcBef>
                <a:spcPts val="560"/>
              </a:spcBef>
              <a:spcAft>
                <a:spcPts val="0"/>
              </a:spcAft>
              <a:buClr>
                <a:schemeClr val="dk2"/>
              </a:buClr>
              <a:buSzPts val="2800"/>
              <a:buChar char="»"/>
            </a:pPr>
            <a:r>
              <a:rPr lang="en-US"/>
              <a:t>Can be used to access instance variables when they are shadowed by local variables or method parameters</a:t>
            </a:r>
            <a:endParaRPr/>
          </a:p>
          <a:p>
            <a:pPr marL="342900" lvl="0" indent="-342900" algn="l" rtl="0">
              <a:spcBef>
                <a:spcPts val="560"/>
              </a:spcBef>
              <a:spcAft>
                <a:spcPts val="0"/>
              </a:spcAft>
              <a:buClr>
                <a:schemeClr val="dk2"/>
              </a:buClr>
              <a:buSzPts val="2800"/>
              <a:buChar char="»"/>
            </a:pPr>
            <a:r>
              <a:rPr lang="en-US"/>
              <a:t>A </a:t>
            </a:r>
            <a:r>
              <a:rPr lang="en-US">
                <a:latin typeface="Courier New"/>
                <a:ea typeface="Courier New"/>
                <a:cs typeface="Courier New"/>
                <a:sym typeface="Courier New"/>
              </a:rPr>
              <a:t>.java</a:t>
            </a:r>
            <a:r>
              <a:rPr lang="en-US"/>
              <a:t> file can contain more than one class</a:t>
            </a:r>
            <a:endParaRPr/>
          </a:p>
          <a:p>
            <a:pPr marL="742950" lvl="1" indent="-285750" algn="l" rtl="0">
              <a:spcBef>
                <a:spcPts val="480"/>
              </a:spcBef>
              <a:spcAft>
                <a:spcPts val="0"/>
              </a:spcAft>
              <a:buClr>
                <a:schemeClr val="dk1"/>
              </a:buClr>
              <a:buSzPts val="2400"/>
              <a:buChar char="˃"/>
            </a:pPr>
            <a:r>
              <a:rPr lang="en-US" sz="2400"/>
              <a:t>But only one class in each </a:t>
            </a:r>
            <a:r>
              <a:rPr lang="en-US" sz="2400">
                <a:latin typeface="Courier New"/>
                <a:ea typeface="Courier New"/>
                <a:cs typeface="Courier New"/>
                <a:sym typeface="Courier New"/>
              </a:rPr>
              <a:t>.java</a:t>
            </a:r>
            <a:r>
              <a:rPr lang="en-US" sz="2400"/>
              <a:t> file can be </a:t>
            </a:r>
            <a:r>
              <a:rPr lang="en-US" sz="2400">
                <a:latin typeface="Courier New"/>
                <a:ea typeface="Courier New"/>
                <a:cs typeface="Courier New"/>
                <a:sym typeface="Courier New"/>
              </a:rPr>
              <a:t>public</a:t>
            </a:r>
            <a:endParaRPr/>
          </a:p>
        </p:txBody>
      </p:sp>
      <p:sp>
        <p:nvSpPr>
          <p:cNvPr id="220" name="Google Shape;220;p31"/>
          <p:cNvSpPr/>
          <p:nvPr/>
        </p:nvSpPr>
        <p:spPr>
          <a:xfrm>
            <a:off x="8686800" y="5740560"/>
            <a:ext cx="38016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fld id="{00000000-1234-1234-1234-123412341234}" type="slidenum">
              <a:rPr lang="en-US" sz="1200" b="0" strike="noStrike">
                <a:solidFill>
                  <a:srgbClr val="A79D99"/>
                </a:solidFill>
                <a:latin typeface="Calibri"/>
                <a:ea typeface="Calibri"/>
                <a:cs typeface="Calibri"/>
                <a:sym typeface="Calibri"/>
              </a:rPr>
              <a:t>14</a:t>
            </a:fld>
            <a:endParaRPr sz="1800" b="0"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graphicFrame>
        <p:nvGraphicFramePr>
          <p:cNvPr id="225" name="Google Shape;225;p32"/>
          <p:cNvGraphicFramePr/>
          <p:nvPr/>
        </p:nvGraphicFramePr>
        <p:xfrm>
          <a:off x="381000" y="240268"/>
          <a:ext cx="7504113" cy="6283325"/>
        </p:xfrm>
        <a:graphic>
          <a:graphicData uri="http://schemas.openxmlformats.org/presentationml/2006/ole">
            <mc:AlternateContent xmlns:mc="http://schemas.openxmlformats.org/markup-compatibility/2006">
              <mc:Choice xmlns:v="urn:schemas-microsoft-com:vml" Requires="v">
                <p:oleObj r:id="rId3" imgW="7504113" imgH="6283325" progId="Word.Document.8">
                  <p:embed/>
                </p:oleObj>
              </mc:Choice>
              <mc:Fallback>
                <p:oleObj r:id="rId3" imgW="7504113" imgH="6283325" progId="Word.Document.8">
                  <p:embed/>
                  <p:pic>
                    <p:nvPicPr>
                      <p:cNvPr id="225" name="Google Shape;225;p32"/>
                      <p:cNvPicPr preferRelativeResize="0"/>
                      <p:nvPr/>
                    </p:nvPicPr>
                    <p:blipFill rotWithShape="1">
                      <a:blip r:embed="rId4">
                        <a:alphaModFix/>
                      </a:blip>
                      <a:srcRect/>
                      <a:stretch/>
                    </p:blipFill>
                    <p:spPr>
                      <a:xfrm>
                        <a:off x="381000" y="240268"/>
                        <a:ext cx="7504113" cy="6283325"/>
                      </a:xfrm>
                      <a:prstGeom prst="rect">
                        <a:avLst/>
                      </a:prstGeom>
                      <a:noFill/>
                      <a:ln>
                        <a:noFill/>
                      </a:ln>
                    </p:spPr>
                  </p:pic>
                </p:oleObj>
              </mc:Fallback>
            </mc:AlternateContent>
          </a:graphicData>
        </a:graphic>
      </p:graphicFrame>
      <p:sp>
        <p:nvSpPr>
          <p:cNvPr id="226" name="Google Shape;226;p32"/>
          <p:cNvSpPr txBox="1"/>
          <p:nvPr/>
        </p:nvSpPr>
        <p:spPr>
          <a:xfrm>
            <a:off x="4572000" y="1002268"/>
            <a:ext cx="3429000" cy="369332"/>
          </a:xfrm>
          <a:prstGeom prst="rect">
            <a:avLst/>
          </a:prstGeom>
          <a:solidFill>
            <a:srgbClr val="F0F7F7"/>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228600" marR="0" lvl="0" indent="-228600" algn="l" rtl="0">
              <a:spcBef>
                <a:spcPts val="0"/>
              </a:spcBef>
              <a:spcAft>
                <a:spcPts val="0"/>
              </a:spcAft>
              <a:buNone/>
            </a:pPr>
            <a:r>
              <a:rPr lang="en-US" sz="1800">
                <a:solidFill>
                  <a:schemeClr val="dk1"/>
                </a:solidFill>
                <a:latin typeface="Times New Roman"/>
                <a:ea typeface="Times New Roman"/>
                <a:cs typeface="Times New Roman"/>
                <a:sym typeface="Times New Roman"/>
              </a:rPr>
              <a:t>Create new </a:t>
            </a:r>
            <a:r>
              <a:rPr lang="en-US" sz="1800" b="1">
                <a:solidFill>
                  <a:schemeClr val="dk1"/>
                </a:solidFill>
                <a:latin typeface="Courier New"/>
                <a:ea typeface="Courier New"/>
                <a:cs typeface="Courier New"/>
                <a:sym typeface="Courier New"/>
              </a:rPr>
              <a:t>SimpleTime</a:t>
            </a:r>
            <a:r>
              <a:rPr lang="en-US" sz="1800">
                <a:solidFill>
                  <a:schemeClr val="dk1"/>
                </a:solidFill>
                <a:latin typeface="Times New Roman"/>
                <a:ea typeface="Times New Roman"/>
                <a:cs typeface="Times New Roman"/>
                <a:sym typeface="Times New Roman"/>
              </a:rPr>
              <a:t> object</a:t>
            </a:r>
            <a:endParaRPr/>
          </a:p>
        </p:txBody>
      </p:sp>
      <p:cxnSp>
        <p:nvCxnSpPr>
          <p:cNvPr id="227" name="Google Shape;227;p32"/>
          <p:cNvCxnSpPr/>
          <p:nvPr/>
        </p:nvCxnSpPr>
        <p:spPr>
          <a:xfrm flipH="1">
            <a:off x="3657600" y="1383268"/>
            <a:ext cx="1981200" cy="304800"/>
          </a:xfrm>
          <a:prstGeom prst="straightConnector1">
            <a:avLst/>
          </a:prstGeom>
          <a:noFill/>
          <a:ln w="9525" cap="flat" cmpd="sng">
            <a:solidFill>
              <a:schemeClr val="dk1"/>
            </a:solidFill>
            <a:prstDash val="solid"/>
            <a:round/>
            <a:headEnd type="none" w="med" len="med"/>
            <a:tailEnd type="triangle" w="med" len="med"/>
          </a:ln>
        </p:spPr>
      </p:cxnSp>
      <p:sp>
        <p:nvSpPr>
          <p:cNvPr id="228" name="Google Shape;228;p32"/>
          <p:cNvSpPr txBox="1"/>
          <p:nvPr/>
        </p:nvSpPr>
        <p:spPr>
          <a:xfrm>
            <a:off x="4724400" y="3212068"/>
            <a:ext cx="2895600" cy="369332"/>
          </a:xfrm>
          <a:prstGeom prst="rect">
            <a:avLst/>
          </a:prstGeom>
          <a:solidFill>
            <a:srgbClr val="F0F7F7"/>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228600" marR="0" lvl="0" indent="-228600" algn="l" rtl="0">
              <a:spcBef>
                <a:spcPts val="0"/>
              </a:spcBef>
              <a:spcAft>
                <a:spcPts val="0"/>
              </a:spcAft>
              <a:buNone/>
            </a:pPr>
            <a:r>
              <a:rPr lang="en-US" sz="1800">
                <a:solidFill>
                  <a:schemeClr val="dk1"/>
                </a:solidFill>
                <a:latin typeface="Times New Roman"/>
                <a:ea typeface="Times New Roman"/>
                <a:cs typeface="Times New Roman"/>
                <a:sym typeface="Times New Roman"/>
              </a:rPr>
              <a:t>Declare instance variables</a:t>
            </a:r>
            <a:endParaRPr/>
          </a:p>
        </p:txBody>
      </p:sp>
      <p:cxnSp>
        <p:nvCxnSpPr>
          <p:cNvPr id="229" name="Google Shape;229;p32"/>
          <p:cNvCxnSpPr/>
          <p:nvPr/>
        </p:nvCxnSpPr>
        <p:spPr>
          <a:xfrm flipH="1">
            <a:off x="3276600" y="3288268"/>
            <a:ext cx="1447800" cy="304800"/>
          </a:xfrm>
          <a:prstGeom prst="straightConnector1">
            <a:avLst/>
          </a:prstGeom>
          <a:noFill/>
          <a:ln w="9525" cap="flat" cmpd="sng">
            <a:solidFill>
              <a:schemeClr val="dk1"/>
            </a:solidFill>
            <a:prstDash val="solid"/>
            <a:round/>
            <a:headEnd type="none" w="med" len="med"/>
            <a:tailEnd type="triangle" w="med" len="med"/>
          </a:ln>
        </p:spPr>
      </p:cxnSp>
      <p:sp>
        <p:nvSpPr>
          <p:cNvPr id="230" name="Google Shape;230;p32"/>
          <p:cNvSpPr txBox="1"/>
          <p:nvPr/>
        </p:nvSpPr>
        <p:spPr>
          <a:xfrm>
            <a:off x="6248400" y="4812268"/>
            <a:ext cx="2362200" cy="923330"/>
          </a:xfrm>
          <a:prstGeom prst="rect">
            <a:avLst/>
          </a:prstGeom>
          <a:solidFill>
            <a:srgbClr val="F0F7F7"/>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228600" marR="0" lvl="0" indent="-228600" algn="l" rtl="0">
              <a:spcBef>
                <a:spcPts val="0"/>
              </a:spcBef>
              <a:spcAft>
                <a:spcPts val="0"/>
              </a:spcAft>
              <a:buNone/>
            </a:pPr>
            <a:r>
              <a:rPr lang="en-US" sz="1800">
                <a:solidFill>
                  <a:schemeClr val="dk1"/>
                </a:solidFill>
                <a:latin typeface="Times New Roman"/>
                <a:ea typeface="Times New Roman"/>
                <a:cs typeface="Times New Roman"/>
                <a:sym typeface="Times New Roman"/>
              </a:rPr>
              <a:t>Method parameters shadow instance variables</a:t>
            </a:r>
            <a:endParaRPr/>
          </a:p>
        </p:txBody>
      </p:sp>
      <p:cxnSp>
        <p:nvCxnSpPr>
          <p:cNvPr id="231" name="Google Shape;231;p32"/>
          <p:cNvCxnSpPr/>
          <p:nvPr/>
        </p:nvCxnSpPr>
        <p:spPr>
          <a:xfrm rot="10800000">
            <a:off x="5486400" y="4964668"/>
            <a:ext cx="762000" cy="0"/>
          </a:xfrm>
          <a:prstGeom prst="straightConnector1">
            <a:avLst/>
          </a:prstGeom>
          <a:noFill/>
          <a:ln w="9525" cap="flat" cmpd="sng">
            <a:solidFill>
              <a:schemeClr val="dk1"/>
            </a:solidFill>
            <a:prstDash val="solid"/>
            <a:round/>
            <a:headEnd type="none" w="med" len="med"/>
            <a:tailEnd type="triangle" w="med" len="med"/>
          </a:ln>
        </p:spPr>
      </p:cxnSp>
      <p:sp>
        <p:nvSpPr>
          <p:cNvPr id="232" name="Google Shape;232;p32"/>
          <p:cNvSpPr txBox="1"/>
          <p:nvPr/>
        </p:nvSpPr>
        <p:spPr>
          <a:xfrm>
            <a:off x="1981200" y="6336268"/>
            <a:ext cx="5181600" cy="369332"/>
          </a:xfrm>
          <a:prstGeom prst="rect">
            <a:avLst/>
          </a:prstGeom>
          <a:solidFill>
            <a:srgbClr val="F0F7F7"/>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228600" marR="0" lvl="0" indent="-228600" algn="l" rtl="0">
              <a:spcBef>
                <a:spcPts val="0"/>
              </a:spcBef>
              <a:spcAft>
                <a:spcPts val="0"/>
              </a:spcAft>
              <a:buNone/>
            </a:pPr>
            <a:r>
              <a:rPr lang="en-US" sz="1800">
                <a:solidFill>
                  <a:schemeClr val="dk1"/>
                </a:solidFill>
                <a:latin typeface="Times New Roman"/>
                <a:ea typeface="Times New Roman"/>
                <a:cs typeface="Times New Roman"/>
                <a:sym typeface="Times New Roman"/>
              </a:rPr>
              <a:t>Using this to access the object’s instance variables</a:t>
            </a:r>
            <a:endParaRPr/>
          </a:p>
        </p:txBody>
      </p:sp>
      <p:cxnSp>
        <p:nvCxnSpPr>
          <p:cNvPr id="233" name="Google Shape;233;p32"/>
          <p:cNvCxnSpPr/>
          <p:nvPr/>
        </p:nvCxnSpPr>
        <p:spPr>
          <a:xfrm rot="10800000">
            <a:off x="1524000" y="5879068"/>
            <a:ext cx="457200" cy="457200"/>
          </a:xfrm>
          <a:prstGeom prst="straightConnector1">
            <a:avLst/>
          </a:prstGeom>
          <a:noFill/>
          <a:ln w="9525" cap="flat" cmpd="sng">
            <a:solidFill>
              <a:schemeClr val="dk1"/>
            </a:solidFill>
            <a:prstDash val="solid"/>
            <a:round/>
            <a:headEnd type="none" w="med" len="med"/>
            <a:tailEnd type="triangle" w="med" len="med"/>
          </a:ln>
        </p:spPr>
      </p:cxnSp>
      <p:sp>
        <p:nvSpPr>
          <p:cNvPr id="234" name="Google Shape;234;p32"/>
          <p:cNvSpPr/>
          <p:nvPr/>
        </p:nvSpPr>
        <p:spPr>
          <a:xfrm>
            <a:off x="8686800" y="5740560"/>
            <a:ext cx="38016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fld id="{00000000-1234-1234-1234-123412341234}" type="slidenum">
              <a:rPr lang="en-US" sz="1200" b="0" strike="noStrike">
                <a:solidFill>
                  <a:srgbClr val="A79D99"/>
                </a:solidFill>
                <a:latin typeface="Calibri"/>
                <a:ea typeface="Calibri"/>
                <a:cs typeface="Calibri"/>
                <a:sym typeface="Calibri"/>
              </a:rPr>
              <a:t>15</a:t>
            </a:fld>
            <a:endParaRPr sz="1800" b="0" strike="noStrik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3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graphicFrame>
        <p:nvGraphicFramePr>
          <p:cNvPr id="239" name="Google Shape;239;p33"/>
          <p:cNvGraphicFramePr/>
          <p:nvPr/>
        </p:nvGraphicFramePr>
        <p:xfrm>
          <a:off x="381000" y="684212"/>
          <a:ext cx="7129463" cy="5106988"/>
        </p:xfrm>
        <a:graphic>
          <a:graphicData uri="http://schemas.openxmlformats.org/presentationml/2006/ole">
            <mc:AlternateContent xmlns:mc="http://schemas.openxmlformats.org/markup-compatibility/2006">
              <mc:Choice xmlns:v="urn:schemas-microsoft-com:vml" Requires="v">
                <p:oleObj r:id="rId3" imgW="7129463" imgH="5106988" progId="Word.Document.8">
                  <p:embed/>
                </p:oleObj>
              </mc:Choice>
              <mc:Fallback>
                <p:oleObj r:id="rId3" imgW="7129463" imgH="5106988" progId="Word.Document.8">
                  <p:embed/>
                  <p:pic>
                    <p:nvPicPr>
                      <p:cNvPr id="239" name="Google Shape;239;p33"/>
                      <p:cNvPicPr preferRelativeResize="0"/>
                      <p:nvPr/>
                    </p:nvPicPr>
                    <p:blipFill rotWithShape="1">
                      <a:blip r:embed="rId4">
                        <a:alphaModFix/>
                      </a:blip>
                      <a:srcRect/>
                      <a:stretch/>
                    </p:blipFill>
                    <p:spPr>
                      <a:xfrm>
                        <a:off x="381000" y="684212"/>
                        <a:ext cx="7129463" cy="5106988"/>
                      </a:xfrm>
                      <a:prstGeom prst="rect">
                        <a:avLst/>
                      </a:prstGeom>
                      <a:noFill/>
                      <a:ln>
                        <a:noFill/>
                      </a:ln>
                    </p:spPr>
                  </p:pic>
                </p:oleObj>
              </mc:Fallback>
            </mc:AlternateContent>
          </a:graphicData>
        </a:graphic>
      </p:graphicFrame>
      <p:sp>
        <p:nvSpPr>
          <p:cNvPr id="240" name="Google Shape;240;p33"/>
          <p:cNvSpPr txBox="1"/>
          <p:nvPr/>
        </p:nvSpPr>
        <p:spPr>
          <a:xfrm>
            <a:off x="5867400" y="1979612"/>
            <a:ext cx="2743200" cy="923330"/>
          </a:xfrm>
          <a:prstGeom prst="rect">
            <a:avLst/>
          </a:prstGeom>
          <a:solidFill>
            <a:srgbClr val="F0F7F7"/>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228600" marR="0" lvl="0" indent="-228600" algn="l" rtl="0">
              <a:spcBef>
                <a:spcPts val="0"/>
              </a:spcBef>
              <a:spcAft>
                <a:spcPts val="0"/>
              </a:spcAft>
              <a:buNone/>
            </a:pPr>
            <a:r>
              <a:rPr lang="en-US" sz="1800">
                <a:solidFill>
                  <a:schemeClr val="dk1"/>
                </a:solidFill>
                <a:latin typeface="Times New Roman"/>
                <a:ea typeface="Times New Roman"/>
                <a:cs typeface="Times New Roman"/>
                <a:sym typeface="Times New Roman"/>
              </a:rPr>
              <a:t>Using </a:t>
            </a:r>
            <a:r>
              <a:rPr lang="en-US" sz="1800" b="1">
                <a:solidFill>
                  <a:schemeClr val="dk1"/>
                </a:solidFill>
                <a:latin typeface="Courier New"/>
                <a:ea typeface="Courier New"/>
                <a:cs typeface="Courier New"/>
                <a:sym typeface="Courier New"/>
              </a:rPr>
              <a:t>this</a:t>
            </a:r>
            <a:r>
              <a:rPr lang="en-US" sz="1800">
                <a:solidFill>
                  <a:schemeClr val="dk1"/>
                </a:solidFill>
                <a:latin typeface="Times New Roman"/>
                <a:ea typeface="Times New Roman"/>
                <a:cs typeface="Times New Roman"/>
                <a:sym typeface="Times New Roman"/>
              </a:rPr>
              <a:t> explicitly and implicitly to call </a:t>
            </a:r>
            <a:r>
              <a:rPr lang="en-US" sz="1800" b="1">
                <a:solidFill>
                  <a:schemeClr val="dk1"/>
                </a:solidFill>
                <a:latin typeface="Courier New"/>
                <a:ea typeface="Courier New"/>
                <a:cs typeface="Courier New"/>
                <a:sym typeface="Courier New"/>
              </a:rPr>
              <a:t>toUniversalString</a:t>
            </a:r>
            <a:endParaRPr/>
          </a:p>
        </p:txBody>
      </p:sp>
      <p:cxnSp>
        <p:nvCxnSpPr>
          <p:cNvPr id="241" name="Google Shape;241;p33"/>
          <p:cNvCxnSpPr/>
          <p:nvPr/>
        </p:nvCxnSpPr>
        <p:spPr>
          <a:xfrm rot="10800000">
            <a:off x="5257800" y="1903412"/>
            <a:ext cx="609600" cy="381000"/>
          </a:xfrm>
          <a:prstGeom prst="straightConnector1">
            <a:avLst/>
          </a:prstGeom>
          <a:noFill/>
          <a:ln w="9525" cap="flat" cmpd="sng">
            <a:solidFill>
              <a:schemeClr val="dk1"/>
            </a:solidFill>
            <a:prstDash val="solid"/>
            <a:round/>
            <a:headEnd type="none" w="med" len="med"/>
            <a:tailEnd type="triangle" w="med" len="med"/>
          </a:ln>
        </p:spPr>
      </p:cxnSp>
      <p:sp>
        <p:nvSpPr>
          <p:cNvPr id="242" name="Google Shape;242;p33"/>
          <p:cNvSpPr txBox="1"/>
          <p:nvPr/>
        </p:nvSpPr>
        <p:spPr>
          <a:xfrm>
            <a:off x="5334000" y="4494212"/>
            <a:ext cx="2438400" cy="646331"/>
          </a:xfrm>
          <a:prstGeom prst="rect">
            <a:avLst/>
          </a:prstGeom>
          <a:solidFill>
            <a:srgbClr val="F0F7F7"/>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228600" marR="0" lvl="0" indent="-228600" algn="l" rtl="0">
              <a:spcBef>
                <a:spcPts val="0"/>
              </a:spcBef>
              <a:spcAft>
                <a:spcPts val="0"/>
              </a:spcAft>
              <a:buNone/>
            </a:pPr>
            <a:r>
              <a:rPr lang="en-US" sz="1800">
                <a:solidFill>
                  <a:schemeClr val="dk1"/>
                </a:solidFill>
                <a:latin typeface="Times New Roman"/>
                <a:ea typeface="Times New Roman"/>
                <a:cs typeface="Times New Roman"/>
                <a:sym typeface="Times New Roman"/>
              </a:rPr>
              <a:t>Use of </a:t>
            </a:r>
            <a:r>
              <a:rPr lang="en-US" sz="1800" b="1">
                <a:solidFill>
                  <a:schemeClr val="dk1"/>
                </a:solidFill>
                <a:latin typeface="Courier New"/>
                <a:ea typeface="Courier New"/>
                <a:cs typeface="Courier New"/>
                <a:sym typeface="Courier New"/>
              </a:rPr>
              <a:t>this</a:t>
            </a:r>
            <a:r>
              <a:rPr lang="en-US" sz="1800">
                <a:solidFill>
                  <a:schemeClr val="dk1"/>
                </a:solidFill>
                <a:latin typeface="Times New Roman"/>
                <a:ea typeface="Times New Roman"/>
                <a:cs typeface="Times New Roman"/>
                <a:sym typeface="Times New Roman"/>
              </a:rPr>
              <a:t> not necessary here</a:t>
            </a:r>
            <a:endParaRPr/>
          </a:p>
        </p:txBody>
      </p:sp>
      <p:cxnSp>
        <p:nvCxnSpPr>
          <p:cNvPr id="243" name="Google Shape;243;p33"/>
          <p:cNvCxnSpPr/>
          <p:nvPr/>
        </p:nvCxnSpPr>
        <p:spPr>
          <a:xfrm rot="10800000">
            <a:off x="3810000" y="4418012"/>
            <a:ext cx="1524000" cy="304800"/>
          </a:xfrm>
          <a:prstGeom prst="straightConnector1">
            <a:avLst/>
          </a:prstGeom>
          <a:noFill/>
          <a:ln w="9525" cap="flat" cmpd="sng">
            <a:solidFill>
              <a:schemeClr val="dk1"/>
            </a:solidFill>
            <a:prstDash val="solid"/>
            <a:round/>
            <a:headEnd type="none" w="med" len="med"/>
            <a:tailEnd type="triangle" w="med" len="med"/>
          </a:ln>
        </p:spPr>
      </p:cxnSp>
      <p:cxnSp>
        <p:nvCxnSpPr>
          <p:cNvPr id="244" name="Google Shape;244;p33"/>
          <p:cNvCxnSpPr/>
          <p:nvPr/>
        </p:nvCxnSpPr>
        <p:spPr>
          <a:xfrm rot="10800000">
            <a:off x="1828800" y="4418012"/>
            <a:ext cx="3505200" cy="304800"/>
          </a:xfrm>
          <a:prstGeom prst="straightConnector1">
            <a:avLst/>
          </a:prstGeom>
          <a:noFill/>
          <a:ln w="9525" cap="flat" cmpd="sng">
            <a:solidFill>
              <a:schemeClr val="dk1"/>
            </a:solidFill>
            <a:prstDash val="solid"/>
            <a:round/>
            <a:headEnd type="none" w="med" len="med"/>
            <a:tailEnd type="triangle" w="med" len="med"/>
          </a:ln>
        </p:spPr>
      </p:cxnSp>
      <p:cxnSp>
        <p:nvCxnSpPr>
          <p:cNvPr id="245" name="Google Shape;245;p33"/>
          <p:cNvCxnSpPr/>
          <p:nvPr/>
        </p:nvCxnSpPr>
        <p:spPr>
          <a:xfrm rot="10800000">
            <a:off x="2743200" y="4418012"/>
            <a:ext cx="2514600" cy="304800"/>
          </a:xfrm>
          <a:prstGeom prst="straightConnector1">
            <a:avLst/>
          </a:prstGeom>
          <a:noFill/>
          <a:ln w="9525" cap="flat" cmpd="sng">
            <a:solidFill>
              <a:schemeClr val="dk1"/>
            </a:solidFill>
            <a:prstDash val="solid"/>
            <a:round/>
            <a:headEnd type="none" w="med" len="med"/>
            <a:tailEnd type="triangle" w="med" len="med"/>
          </a:ln>
        </p:spPr>
      </p:cxnSp>
      <p:sp>
        <p:nvSpPr>
          <p:cNvPr id="246" name="Google Shape;246;p33"/>
          <p:cNvSpPr/>
          <p:nvPr/>
        </p:nvSpPr>
        <p:spPr>
          <a:xfrm>
            <a:off x="8686800" y="5740560"/>
            <a:ext cx="38016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fld id="{00000000-1234-1234-1234-123412341234}" type="slidenum">
              <a:rPr lang="en-US" sz="1200" b="0" strike="noStrike">
                <a:solidFill>
                  <a:srgbClr val="A79D99"/>
                </a:solidFill>
                <a:latin typeface="Calibri"/>
                <a:ea typeface="Calibri"/>
                <a:cs typeface="Calibri"/>
                <a:sym typeface="Calibri"/>
              </a:rPr>
              <a:t>16</a:t>
            </a:fld>
            <a:endParaRPr sz="1800" b="0" strike="noStrik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4"/>
          <p:cNvSpPr txBox="1">
            <a:spLocks noGrp="1"/>
          </p:cNvSpPr>
          <p:nvPr>
            <p:ph type="title"/>
          </p:nvPr>
        </p:nvSpPr>
        <p:spPr>
          <a:xfrm>
            <a:off x="609600" y="304800"/>
            <a:ext cx="7391400" cy="6096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C00000"/>
              </a:buClr>
              <a:buSzPts val="3200"/>
              <a:buFont typeface="Calibri"/>
              <a:buNone/>
            </a:pPr>
            <a:r>
              <a:rPr lang="en-US" sz="3200" cap="small">
                <a:solidFill>
                  <a:srgbClr val="C00000"/>
                </a:solidFill>
              </a:rPr>
              <a:t>Common Programming Errors</a:t>
            </a:r>
            <a:endParaRPr sz="3200" cap="small">
              <a:solidFill>
                <a:srgbClr val="C00000"/>
              </a:solidFill>
            </a:endParaRPr>
          </a:p>
        </p:txBody>
      </p:sp>
      <p:sp>
        <p:nvSpPr>
          <p:cNvPr id="252" name="Google Shape;252;p34"/>
          <p:cNvSpPr txBox="1">
            <a:spLocks noGrp="1"/>
          </p:cNvSpPr>
          <p:nvPr>
            <p:ph type="body" idx="1"/>
          </p:nvPr>
        </p:nvSpPr>
        <p:spPr>
          <a:xfrm>
            <a:off x="609600" y="914400"/>
            <a:ext cx="8153400" cy="54864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2"/>
              </a:buClr>
              <a:buSzPts val="2800"/>
              <a:buChar char="»"/>
            </a:pPr>
            <a:r>
              <a:rPr lang="en-US"/>
              <a:t>It is often a logic error when a method contains a parameter or local variable that has the same name as a field of the class. In this case, use reference </a:t>
            </a:r>
            <a:r>
              <a:rPr lang="en-US" sz="2400">
                <a:latin typeface="Droid Sans Mono"/>
                <a:ea typeface="Droid Sans Mono"/>
                <a:cs typeface="Droid Sans Mono"/>
                <a:sym typeface="Droid Sans Mono"/>
              </a:rPr>
              <a:t>this</a:t>
            </a:r>
            <a:r>
              <a:rPr lang="en-US"/>
              <a:t> if you wish to access the field of the class—otherwise, the method parameter or local variable will be referenced. </a:t>
            </a:r>
            <a:endParaRPr/>
          </a:p>
          <a:p>
            <a:pPr marL="342900" lvl="0" indent="-342900" algn="l" rtl="0">
              <a:spcBef>
                <a:spcPts val="560"/>
              </a:spcBef>
              <a:spcAft>
                <a:spcPts val="0"/>
              </a:spcAft>
              <a:buClr>
                <a:schemeClr val="dk2"/>
              </a:buClr>
              <a:buSzPts val="2800"/>
              <a:buChar char="»"/>
            </a:pPr>
            <a:r>
              <a:rPr lang="en-US"/>
              <a:t>Avoid method parameter names or local variable names that conflict with field names. This helps prevent subtle, hard-to-locate bugs.</a:t>
            </a:r>
            <a:endParaRPr/>
          </a:p>
          <a:p>
            <a:pPr marL="342900" lvl="0" indent="-165100" algn="l" rtl="0">
              <a:spcBef>
                <a:spcPts val="560"/>
              </a:spcBef>
              <a:spcAft>
                <a:spcPts val="0"/>
              </a:spcAft>
              <a:buClr>
                <a:schemeClr val="dk2"/>
              </a:buClr>
              <a:buSzPts val="2800"/>
              <a:buNone/>
            </a:pPr>
            <a:endParaRPr/>
          </a:p>
        </p:txBody>
      </p:sp>
      <p:sp>
        <p:nvSpPr>
          <p:cNvPr id="253" name="Google Shape;253;p34"/>
          <p:cNvSpPr/>
          <p:nvPr/>
        </p:nvSpPr>
        <p:spPr>
          <a:xfrm>
            <a:off x="8686800" y="5740560"/>
            <a:ext cx="38016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fld id="{00000000-1234-1234-1234-123412341234}" type="slidenum">
              <a:rPr lang="en-US" sz="1200" b="0" strike="noStrike">
                <a:solidFill>
                  <a:srgbClr val="A79D99"/>
                </a:solidFill>
                <a:latin typeface="Calibri"/>
                <a:ea typeface="Calibri"/>
                <a:cs typeface="Calibri"/>
                <a:sym typeface="Calibri"/>
              </a:rPr>
              <a:t>17</a:t>
            </a:fld>
            <a:endParaRPr sz="1800" b="0"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5"/>
          <p:cNvSpPr txBox="1">
            <a:spLocks noGrp="1"/>
          </p:cNvSpPr>
          <p:nvPr>
            <p:ph type="title"/>
          </p:nvPr>
        </p:nvSpPr>
        <p:spPr>
          <a:xfrm>
            <a:off x="685800" y="457200"/>
            <a:ext cx="6324600" cy="6858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C00000"/>
              </a:buClr>
              <a:buSzPts val="3200"/>
              <a:buFont typeface="Calibri"/>
              <a:buNone/>
            </a:pPr>
            <a:r>
              <a:rPr lang="en-US" sz="3200" cap="small">
                <a:solidFill>
                  <a:srgbClr val="C00000"/>
                </a:solidFill>
              </a:rPr>
              <a:t>Performance Tip</a:t>
            </a:r>
            <a:endParaRPr sz="3200" cap="small">
              <a:solidFill>
                <a:srgbClr val="C00000"/>
              </a:solidFill>
            </a:endParaRPr>
          </a:p>
        </p:txBody>
      </p:sp>
      <p:sp>
        <p:nvSpPr>
          <p:cNvPr id="259" name="Google Shape;259;p35"/>
          <p:cNvSpPr txBox="1">
            <a:spLocks noGrp="1"/>
          </p:cNvSpPr>
          <p:nvPr>
            <p:ph type="body" idx="1"/>
          </p:nvPr>
        </p:nvSpPr>
        <p:spPr>
          <a:xfrm>
            <a:off x="533400" y="1143001"/>
            <a:ext cx="8442325" cy="40386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2"/>
              </a:buClr>
              <a:buSzPts val="2800"/>
              <a:buChar char="»"/>
            </a:pPr>
            <a:r>
              <a:rPr lang="en-US"/>
              <a:t>Java conserves storage by maintaining only one copy of each method per class—this method is invoked by every object of the class. Each object, on the other hand, has its own copy of the class’s instance variables (i.e., non-</a:t>
            </a:r>
            <a:r>
              <a:rPr lang="en-US" sz="2400">
                <a:latin typeface="Droid Sans Mono"/>
                <a:ea typeface="Droid Sans Mono"/>
                <a:cs typeface="Droid Sans Mono"/>
                <a:sym typeface="Droid Sans Mono"/>
              </a:rPr>
              <a:t>static</a:t>
            </a:r>
            <a:r>
              <a:rPr lang="en-US"/>
              <a:t> fields). Each method of the class implicitly uses </a:t>
            </a:r>
            <a:r>
              <a:rPr lang="en-US" sz="2400">
                <a:latin typeface="Droid Sans Mono"/>
                <a:ea typeface="Droid Sans Mono"/>
                <a:cs typeface="Droid Sans Mono"/>
                <a:sym typeface="Droid Sans Mono"/>
              </a:rPr>
              <a:t>this</a:t>
            </a:r>
            <a:r>
              <a:rPr lang="en-US"/>
              <a:t> to determine the specific object of the class to manipulate. </a:t>
            </a:r>
            <a:endParaRPr/>
          </a:p>
        </p:txBody>
      </p:sp>
      <p:sp>
        <p:nvSpPr>
          <p:cNvPr id="260" name="Google Shape;260;p35"/>
          <p:cNvSpPr/>
          <p:nvPr/>
        </p:nvSpPr>
        <p:spPr>
          <a:xfrm>
            <a:off x="8686800" y="5740560"/>
            <a:ext cx="38016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fld id="{00000000-1234-1234-1234-123412341234}" type="slidenum">
              <a:rPr lang="en-US" sz="1200" b="0" strike="noStrike">
                <a:solidFill>
                  <a:srgbClr val="A79D99"/>
                </a:solidFill>
                <a:latin typeface="Calibri"/>
                <a:ea typeface="Calibri"/>
                <a:cs typeface="Calibri"/>
                <a:sym typeface="Calibri"/>
              </a:rPr>
              <a:t>18</a:t>
            </a:fld>
            <a:endParaRPr sz="1800" b="0"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g33550a76cbc_1_2"/>
          <p:cNvSpPr/>
          <p:nvPr/>
        </p:nvSpPr>
        <p:spPr>
          <a:xfrm>
            <a:off x="242750" y="1136100"/>
            <a:ext cx="5430600" cy="4585800"/>
          </a:xfrm>
          <a:prstGeom prst="rect">
            <a:avLst/>
          </a:prstGeom>
          <a:noFill/>
          <a:ln>
            <a:noFill/>
          </a:ln>
        </p:spPr>
        <p:txBody>
          <a:bodyPr spcFirstLastPara="1" wrap="square" lIns="90000" tIns="45000" rIns="90000" bIns="45000" anchor="t" anchorCtr="0">
            <a:noAutofit/>
          </a:bodyPr>
          <a:lstStyle/>
          <a:p>
            <a:pPr marL="0" lvl="0" indent="0" algn="l" rtl="0">
              <a:spcBef>
                <a:spcPts val="0"/>
              </a:spcBef>
              <a:spcAft>
                <a:spcPts val="0"/>
              </a:spcAft>
              <a:buNone/>
            </a:pPr>
            <a:r>
              <a:rPr lang="en-US" sz="2000" dirty="0">
                <a:solidFill>
                  <a:srgbClr val="675D59"/>
                </a:solidFill>
                <a:latin typeface="Calibri"/>
                <a:ea typeface="Calibri"/>
                <a:cs typeface="Calibri"/>
                <a:sym typeface="Calibri"/>
              </a:rPr>
              <a:t>class Student {</a:t>
            </a:r>
            <a:endParaRPr sz="2000" dirty="0">
              <a:solidFill>
                <a:srgbClr val="675D59"/>
              </a:solidFill>
              <a:latin typeface="Calibri"/>
              <a:ea typeface="Calibri"/>
              <a:cs typeface="Calibri"/>
              <a:sym typeface="Calibri"/>
            </a:endParaRPr>
          </a:p>
          <a:p>
            <a:pPr marL="0" lvl="0" indent="0" algn="l" rtl="0">
              <a:spcBef>
                <a:spcPts val="0"/>
              </a:spcBef>
              <a:spcAft>
                <a:spcPts val="0"/>
              </a:spcAft>
              <a:buNone/>
            </a:pPr>
            <a:endParaRPr sz="2000" dirty="0">
              <a:solidFill>
                <a:srgbClr val="675D59"/>
              </a:solidFill>
              <a:latin typeface="Calibri"/>
              <a:ea typeface="Calibri"/>
              <a:cs typeface="Calibri"/>
              <a:sym typeface="Calibri"/>
            </a:endParaRPr>
          </a:p>
          <a:p>
            <a:pPr marL="0" lvl="0" indent="0" algn="l" rtl="0">
              <a:spcBef>
                <a:spcPts val="0"/>
              </a:spcBef>
              <a:spcAft>
                <a:spcPts val="0"/>
              </a:spcAft>
              <a:buNone/>
            </a:pPr>
            <a:r>
              <a:rPr lang="en-US" sz="2000" dirty="0">
                <a:solidFill>
                  <a:srgbClr val="675D59"/>
                </a:solidFill>
                <a:latin typeface="Calibri"/>
                <a:ea typeface="Calibri"/>
                <a:cs typeface="Calibri"/>
                <a:sym typeface="Calibri"/>
              </a:rPr>
              <a:t>  </a:t>
            </a:r>
            <a:r>
              <a:rPr lang="en-US" sz="2000" b="1" dirty="0">
                <a:solidFill>
                  <a:srgbClr val="0000FF"/>
                </a:solidFill>
                <a:latin typeface="Calibri"/>
                <a:ea typeface="Calibri"/>
                <a:cs typeface="Calibri"/>
                <a:sym typeface="Calibri"/>
              </a:rPr>
              <a:t>  private static int SID = 0; </a:t>
            </a:r>
            <a:endParaRPr sz="2000" b="1" dirty="0">
              <a:solidFill>
                <a:srgbClr val="0000FF"/>
              </a:solidFill>
              <a:latin typeface="Calibri"/>
              <a:ea typeface="Calibri"/>
              <a:cs typeface="Calibri"/>
              <a:sym typeface="Calibri"/>
            </a:endParaRPr>
          </a:p>
          <a:p>
            <a:pPr marL="0" lvl="0" indent="0" algn="l" rtl="0">
              <a:spcBef>
                <a:spcPts val="0"/>
              </a:spcBef>
              <a:spcAft>
                <a:spcPts val="0"/>
              </a:spcAft>
              <a:buNone/>
            </a:pPr>
            <a:endParaRPr sz="2000" dirty="0">
              <a:solidFill>
                <a:srgbClr val="675D59"/>
              </a:solidFill>
              <a:latin typeface="Calibri"/>
              <a:ea typeface="Calibri"/>
              <a:cs typeface="Calibri"/>
              <a:sym typeface="Calibri"/>
            </a:endParaRPr>
          </a:p>
          <a:p>
            <a:pPr marL="0" lvl="0" indent="0" algn="l" rtl="0">
              <a:spcBef>
                <a:spcPts val="0"/>
              </a:spcBef>
              <a:spcAft>
                <a:spcPts val="0"/>
              </a:spcAft>
              <a:buNone/>
            </a:pPr>
            <a:endParaRPr sz="2000" dirty="0">
              <a:solidFill>
                <a:srgbClr val="675D59"/>
              </a:solidFill>
              <a:latin typeface="Calibri"/>
              <a:ea typeface="Calibri"/>
              <a:cs typeface="Calibri"/>
              <a:sym typeface="Calibri"/>
            </a:endParaRPr>
          </a:p>
          <a:p>
            <a:pPr marL="0" lvl="0" indent="0" algn="l" rtl="0">
              <a:spcBef>
                <a:spcPts val="0"/>
              </a:spcBef>
              <a:spcAft>
                <a:spcPts val="0"/>
              </a:spcAft>
              <a:buNone/>
            </a:pPr>
            <a:r>
              <a:rPr lang="en-US" sz="2000" dirty="0">
                <a:solidFill>
                  <a:srgbClr val="675D59"/>
                </a:solidFill>
                <a:latin typeface="Calibri"/>
                <a:ea typeface="Calibri"/>
                <a:cs typeface="Calibri"/>
                <a:sym typeface="Calibri"/>
              </a:rPr>
              <a:t>    public void </a:t>
            </a:r>
            <a:r>
              <a:rPr lang="en-US" sz="2000" dirty="0" err="1">
                <a:solidFill>
                  <a:srgbClr val="675D59"/>
                </a:solidFill>
                <a:latin typeface="Calibri"/>
                <a:ea typeface="Calibri"/>
                <a:cs typeface="Calibri"/>
                <a:sym typeface="Calibri"/>
              </a:rPr>
              <a:t>get_UG_student</a:t>
            </a:r>
            <a:r>
              <a:rPr lang="en-US" sz="2000" dirty="0">
                <a:solidFill>
                  <a:srgbClr val="675D59"/>
                </a:solidFill>
                <a:latin typeface="Calibri"/>
                <a:ea typeface="Calibri"/>
                <a:cs typeface="Calibri"/>
                <a:sym typeface="Calibri"/>
              </a:rPr>
              <a:t>() {</a:t>
            </a:r>
            <a:endParaRPr sz="2000" dirty="0">
              <a:solidFill>
                <a:srgbClr val="675D59"/>
              </a:solidFill>
              <a:latin typeface="Calibri"/>
              <a:ea typeface="Calibri"/>
              <a:cs typeface="Calibri"/>
              <a:sym typeface="Calibri"/>
            </a:endParaRPr>
          </a:p>
          <a:p>
            <a:pPr marL="0" lvl="0" indent="0" algn="l" rtl="0">
              <a:spcBef>
                <a:spcPts val="0"/>
              </a:spcBef>
              <a:spcAft>
                <a:spcPts val="0"/>
              </a:spcAft>
              <a:buNone/>
            </a:pPr>
            <a:r>
              <a:rPr lang="en-US" sz="2000" dirty="0">
                <a:solidFill>
                  <a:srgbClr val="675D59"/>
                </a:solidFill>
                <a:latin typeface="Calibri"/>
                <a:ea typeface="Calibri"/>
                <a:cs typeface="Calibri"/>
                <a:sym typeface="Calibri"/>
              </a:rPr>
              <a:t>        </a:t>
            </a:r>
            <a:r>
              <a:rPr lang="en-US" sz="2000" b="1" dirty="0">
                <a:solidFill>
                  <a:srgbClr val="0000FF"/>
                </a:solidFill>
                <a:latin typeface="Calibri"/>
                <a:ea typeface="Calibri"/>
                <a:cs typeface="Calibri"/>
                <a:sym typeface="Calibri"/>
              </a:rPr>
              <a:t>SID++; </a:t>
            </a:r>
            <a:endParaRPr sz="2000" b="1" dirty="0">
              <a:solidFill>
                <a:srgbClr val="0000FF"/>
              </a:solidFill>
              <a:latin typeface="Calibri"/>
              <a:ea typeface="Calibri"/>
              <a:cs typeface="Calibri"/>
              <a:sym typeface="Calibri"/>
            </a:endParaRPr>
          </a:p>
          <a:p>
            <a:pPr marL="0" lvl="0" indent="0" algn="l" rtl="0">
              <a:spcBef>
                <a:spcPts val="0"/>
              </a:spcBef>
              <a:spcAft>
                <a:spcPts val="0"/>
              </a:spcAft>
              <a:buNone/>
            </a:pPr>
            <a:r>
              <a:rPr lang="en-US" sz="2000" dirty="0">
                <a:solidFill>
                  <a:srgbClr val="675D59"/>
                </a:solidFill>
                <a:latin typeface="Calibri"/>
                <a:ea typeface="Calibri"/>
                <a:cs typeface="Calibri"/>
                <a:sym typeface="Calibri"/>
              </a:rPr>
              <a:t>        </a:t>
            </a:r>
            <a:r>
              <a:rPr lang="en-US" sz="2000" dirty="0" err="1">
                <a:solidFill>
                  <a:srgbClr val="675D59"/>
                </a:solidFill>
                <a:latin typeface="Calibri"/>
                <a:ea typeface="Calibri"/>
                <a:cs typeface="Calibri"/>
                <a:sym typeface="Calibri"/>
              </a:rPr>
              <a:t>System.out.println</a:t>
            </a:r>
            <a:r>
              <a:rPr lang="en-US" sz="2000" dirty="0">
                <a:solidFill>
                  <a:srgbClr val="675D59"/>
                </a:solidFill>
                <a:latin typeface="Calibri"/>
                <a:ea typeface="Calibri"/>
                <a:cs typeface="Calibri"/>
                <a:sym typeface="Calibri"/>
              </a:rPr>
              <a:t>("UG SID: " + SID);</a:t>
            </a:r>
            <a:endParaRPr sz="2000" dirty="0">
              <a:solidFill>
                <a:srgbClr val="675D59"/>
              </a:solidFill>
              <a:latin typeface="Calibri"/>
              <a:ea typeface="Calibri"/>
              <a:cs typeface="Calibri"/>
              <a:sym typeface="Calibri"/>
            </a:endParaRPr>
          </a:p>
          <a:p>
            <a:pPr marL="0" lvl="0" indent="0" algn="l" rtl="0">
              <a:spcBef>
                <a:spcPts val="0"/>
              </a:spcBef>
              <a:spcAft>
                <a:spcPts val="0"/>
              </a:spcAft>
              <a:buNone/>
            </a:pPr>
            <a:r>
              <a:rPr lang="en-US" sz="2000" dirty="0">
                <a:solidFill>
                  <a:srgbClr val="675D59"/>
                </a:solidFill>
                <a:latin typeface="Calibri"/>
                <a:ea typeface="Calibri"/>
                <a:cs typeface="Calibri"/>
                <a:sym typeface="Calibri"/>
              </a:rPr>
              <a:t>    }</a:t>
            </a:r>
            <a:endParaRPr sz="2000" dirty="0">
              <a:solidFill>
                <a:srgbClr val="675D59"/>
              </a:solidFill>
              <a:latin typeface="Calibri"/>
              <a:ea typeface="Calibri"/>
              <a:cs typeface="Calibri"/>
              <a:sym typeface="Calibri"/>
            </a:endParaRPr>
          </a:p>
          <a:p>
            <a:pPr marL="0" lvl="0" indent="0" algn="l" rtl="0">
              <a:spcBef>
                <a:spcPts val="0"/>
              </a:spcBef>
              <a:spcAft>
                <a:spcPts val="0"/>
              </a:spcAft>
              <a:buNone/>
            </a:pPr>
            <a:endParaRPr sz="2000" dirty="0">
              <a:solidFill>
                <a:srgbClr val="675D59"/>
              </a:solidFill>
              <a:latin typeface="Calibri"/>
              <a:ea typeface="Calibri"/>
              <a:cs typeface="Calibri"/>
              <a:sym typeface="Calibri"/>
            </a:endParaRPr>
          </a:p>
          <a:p>
            <a:pPr marL="0" lvl="0" indent="0" algn="l" rtl="0">
              <a:spcBef>
                <a:spcPts val="0"/>
              </a:spcBef>
              <a:spcAft>
                <a:spcPts val="0"/>
              </a:spcAft>
              <a:buNone/>
            </a:pPr>
            <a:r>
              <a:rPr lang="en-US" sz="2000" dirty="0">
                <a:solidFill>
                  <a:srgbClr val="675D59"/>
                </a:solidFill>
                <a:latin typeface="Calibri"/>
                <a:ea typeface="Calibri"/>
                <a:cs typeface="Calibri"/>
                <a:sym typeface="Calibri"/>
              </a:rPr>
              <a:t>    public void </a:t>
            </a:r>
            <a:r>
              <a:rPr lang="en-US" sz="2000" dirty="0" err="1">
                <a:solidFill>
                  <a:srgbClr val="675D59"/>
                </a:solidFill>
                <a:latin typeface="Calibri"/>
                <a:ea typeface="Calibri"/>
                <a:cs typeface="Calibri"/>
                <a:sym typeface="Calibri"/>
              </a:rPr>
              <a:t>get_PG_student</a:t>
            </a:r>
            <a:r>
              <a:rPr lang="en-US" sz="2000" dirty="0">
                <a:solidFill>
                  <a:srgbClr val="675D59"/>
                </a:solidFill>
                <a:latin typeface="Calibri"/>
                <a:ea typeface="Calibri"/>
                <a:cs typeface="Calibri"/>
                <a:sym typeface="Calibri"/>
              </a:rPr>
              <a:t>() {</a:t>
            </a:r>
            <a:endParaRPr sz="2000" dirty="0">
              <a:solidFill>
                <a:srgbClr val="675D59"/>
              </a:solidFill>
              <a:latin typeface="Calibri"/>
              <a:ea typeface="Calibri"/>
              <a:cs typeface="Calibri"/>
              <a:sym typeface="Calibri"/>
            </a:endParaRPr>
          </a:p>
          <a:p>
            <a:pPr marL="0" lvl="0" indent="0" algn="l" rtl="0">
              <a:spcBef>
                <a:spcPts val="0"/>
              </a:spcBef>
              <a:spcAft>
                <a:spcPts val="0"/>
              </a:spcAft>
              <a:buNone/>
            </a:pPr>
            <a:r>
              <a:rPr lang="en-US" sz="2000" dirty="0">
                <a:solidFill>
                  <a:srgbClr val="675D59"/>
                </a:solidFill>
                <a:latin typeface="Calibri"/>
                <a:ea typeface="Calibri"/>
                <a:cs typeface="Calibri"/>
                <a:sym typeface="Calibri"/>
              </a:rPr>
              <a:t>        </a:t>
            </a:r>
            <a:r>
              <a:rPr lang="en-US" sz="2000" b="1" dirty="0">
                <a:solidFill>
                  <a:srgbClr val="0000FF"/>
                </a:solidFill>
                <a:latin typeface="Calibri"/>
                <a:ea typeface="Calibri"/>
                <a:cs typeface="Calibri"/>
                <a:sym typeface="Calibri"/>
              </a:rPr>
              <a:t>SID++; </a:t>
            </a:r>
            <a:endParaRPr sz="2000" b="1" dirty="0">
              <a:solidFill>
                <a:srgbClr val="0000FF"/>
              </a:solidFill>
              <a:latin typeface="Calibri"/>
              <a:ea typeface="Calibri"/>
              <a:cs typeface="Calibri"/>
              <a:sym typeface="Calibri"/>
            </a:endParaRPr>
          </a:p>
          <a:p>
            <a:pPr marL="0" lvl="0" indent="0" algn="l" rtl="0">
              <a:spcBef>
                <a:spcPts val="0"/>
              </a:spcBef>
              <a:spcAft>
                <a:spcPts val="0"/>
              </a:spcAft>
              <a:buNone/>
            </a:pPr>
            <a:r>
              <a:rPr lang="en-US" sz="2000" dirty="0">
                <a:solidFill>
                  <a:srgbClr val="675D59"/>
                </a:solidFill>
                <a:latin typeface="Calibri"/>
                <a:ea typeface="Calibri"/>
                <a:cs typeface="Calibri"/>
                <a:sym typeface="Calibri"/>
              </a:rPr>
              <a:t>        </a:t>
            </a:r>
            <a:r>
              <a:rPr lang="en-US" sz="2000" dirty="0" err="1">
                <a:solidFill>
                  <a:srgbClr val="675D59"/>
                </a:solidFill>
                <a:latin typeface="Calibri"/>
                <a:ea typeface="Calibri"/>
                <a:cs typeface="Calibri"/>
                <a:sym typeface="Calibri"/>
              </a:rPr>
              <a:t>System.out.println</a:t>
            </a:r>
            <a:r>
              <a:rPr lang="en-US" sz="2000" dirty="0">
                <a:solidFill>
                  <a:srgbClr val="675D59"/>
                </a:solidFill>
                <a:latin typeface="Calibri"/>
                <a:ea typeface="Calibri"/>
                <a:cs typeface="Calibri"/>
                <a:sym typeface="Calibri"/>
              </a:rPr>
              <a:t>("PG SID: " + SID);</a:t>
            </a:r>
            <a:endParaRPr sz="2000" dirty="0">
              <a:solidFill>
                <a:srgbClr val="675D59"/>
              </a:solidFill>
              <a:latin typeface="Calibri"/>
              <a:ea typeface="Calibri"/>
              <a:cs typeface="Calibri"/>
              <a:sym typeface="Calibri"/>
            </a:endParaRPr>
          </a:p>
          <a:p>
            <a:pPr marL="0" lvl="0" indent="0" algn="l" rtl="0">
              <a:spcBef>
                <a:spcPts val="0"/>
              </a:spcBef>
              <a:spcAft>
                <a:spcPts val="0"/>
              </a:spcAft>
              <a:buNone/>
            </a:pPr>
            <a:r>
              <a:rPr lang="en-US" sz="2000" dirty="0">
                <a:solidFill>
                  <a:srgbClr val="675D59"/>
                </a:solidFill>
                <a:latin typeface="Calibri"/>
                <a:ea typeface="Calibri"/>
                <a:cs typeface="Calibri"/>
                <a:sym typeface="Calibri"/>
              </a:rPr>
              <a:t>    }</a:t>
            </a:r>
            <a:endParaRPr sz="2000" dirty="0">
              <a:solidFill>
                <a:srgbClr val="675D59"/>
              </a:solidFill>
              <a:latin typeface="Calibri"/>
              <a:ea typeface="Calibri"/>
              <a:cs typeface="Calibri"/>
              <a:sym typeface="Calibri"/>
            </a:endParaRPr>
          </a:p>
        </p:txBody>
      </p:sp>
      <p:sp>
        <p:nvSpPr>
          <p:cNvPr id="266" name="Google Shape;266;g33550a76cbc_1_2"/>
          <p:cNvSpPr/>
          <p:nvPr/>
        </p:nvSpPr>
        <p:spPr>
          <a:xfrm>
            <a:off x="241370" y="-5"/>
            <a:ext cx="8152500" cy="99000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en-US" sz="3200" b="1" cap="small">
                <a:solidFill>
                  <a:srgbClr val="C00000"/>
                </a:solidFill>
                <a:latin typeface="Calibri"/>
                <a:ea typeface="Calibri"/>
                <a:cs typeface="Calibri"/>
                <a:sym typeface="Calibri"/>
              </a:rPr>
              <a:t>Output?</a:t>
            </a:r>
            <a:endParaRPr/>
          </a:p>
        </p:txBody>
      </p:sp>
      <p:sp>
        <p:nvSpPr>
          <p:cNvPr id="267" name="Google Shape;267;g33550a76cbc_1_2"/>
          <p:cNvSpPr txBox="1"/>
          <p:nvPr/>
        </p:nvSpPr>
        <p:spPr>
          <a:xfrm>
            <a:off x="4736700" y="76200"/>
            <a:ext cx="4407300" cy="3109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900">
                <a:solidFill>
                  <a:schemeClr val="dk2"/>
                </a:solidFill>
                <a:latin typeface="Calibri"/>
                <a:ea typeface="Calibri"/>
                <a:cs typeface="Calibri"/>
                <a:sym typeface="Calibri"/>
              </a:rPr>
              <a:t>public static void main(String[] args) {</a:t>
            </a:r>
            <a:endParaRPr sz="1900">
              <a:solidFill>
                <a:schemeClr val="dk2"/>
              </a:solidFill>
              <a:latin typeface="Calibri"/>
              <a:ea typeface="Calibri"/>
              <a:cs typeface="Calibri"/>
              <a:sym typeface="Calibri"/>
            </a:endParaRPr>
          </a:p>
          <a:p>
            <a:pPr marL="0" lvl="0" indent="0" algn="l" rtl="0">
              <a:spcBef>
                <a:spcPts val="0"/>
              </a:spcBef>
              <a:spcAft>
                <a:spcPts val="0"/>
              </a:spcAft>
              <a:buNone/>
            </a:pPr>
            <a:r>
              <a:rPr lang="en-US" sz="1900">
                <a:solidFill>
                  <a:schemeClr val="dk2"/>
                </a:solidFill>
                <a:latin typeface="Calibri"/>
                <a:ea typeface="Calibri"/>
                <a:cs typeface="Calibri"/>
                <a:sym typeface="Calibri"/>
              </a:rPr>
              <a:t>        Student s1 = new Student();</a:t>
            </a:r>
            <a:endParaRPr sz="1900">
              <a:solidFill>
                <a:schemeClr val="dk2"/>
              </a:solidFill>
              <a:latin typeface="Calibri"/>
              <a:ea typeface="Calibri"/>
              <a:cs typeface="Calibri"/>
              <a:sym typeface="Calibri"/>
            </a:endParaRPr>
          </a:p>
          <a:p>
            <a:pPr marL="0" lvl="0" indent="0" algn="l" rtl="0">
              <a:spcBef>
                <a:spcPts val="0"/>
              </a:spcBef>
              <a:spcAft>
                <a:spcPts val="0"/>
              </a:spcAft>
              <a:buNone/>
            </a:pPr>
            <a:r>
              <a:rPr lang="en-US" sz="1900">
                <a:solidFill>
                  <a:schemeClr val="dk2"/>
                </a:solidFill>
                <a:latin typeface="Calibri"/>
                <a:ea typeface="Calibri"/>
                <a:cs typeface="Calibri"/>
                <a:sym typeface="Calibri"/>
              </a:rPr>
              <a:t>        Student s2 = new Student();</a:t>
            </a:r>
            <a:endParaRPr sz="1900">
              <a:solidFill>
                <a:schemeClr val="dk2"/>
              </a:solidFill>
              <a:latin typeface="Calibri"/>
              <a:ea typeface="Calibri"/>
              <a:cs typeface="Calibri"/>
              <a:sym typeface="Calibri"/>
            </a:endParaRPr>
          </a:p>
          <a:p>
            <a:pPr marL="0" lvl="0" indent="0" algn="l" rtl="0">
              <a:spcBef>
                <a:spcPts val="0"/>
              </a:spcBef>
              <a:spcAft>
                <a:spcPts val="0"/>
              </a:spcAft>
              <a:buNone/>
            </a:pPr>
            <a:r>
              <a:rPr lang="en-US" sz="1900">
                <a:solidFill>
                  <a:schemeClr val="dk2"/>
                </a:solidFill>
                <a:latin typeface="Calibri"/>
                <a:ea typeface="Calibri"/>
                <a:cs typeface="Calibri"/>
                <a:sym typeface="Calibri"/>
              </a:rPr>
              <a:t>        </a:t>
            </a:r>
            <a:endParaRPr sz="1900">
              <a:solidFill>
                <a:schemeClr val="dk2"/>
              </a:solidFill>
              <a:latin typeface="Calibri"/>
              <a:ea typeface="Calibri"/>
              <a:cs typeface="Calibri"/>
              <a:sym typeface="Calibri"/>
            </a:endParaRPr>
          </a:p>
          <a:p>
            <a:pPr marL="0" lvl="0" indent="0" algn="l" rtl="0">
              <a:spcBef>
                <a:spcPts val="0"/>
              </a:spcBef>
              <a:spcAft>
                <a:spcPts val="0"/>
              </a:spcAft>
              <a:buNone/>
            </a:pPr>
            <a:r>
              <a:rPr lang="en-US" sz="1900">
                <a:solidFill>
                  <a:schemeClr val="dk2"/>
                </a:solidFill>
                <a:latin typeface="Calibri"/>
                <a:ea typeface="Calibri"/>
                <a:cs typeface="Calibri"/>
                <a:sym typeface="Calibri"/>
              </a:rPr>
              <a:t>        s1.get_UG_student();  </a:t>
            </a:r>
            <a:endParaRPr sz="1900">
              <a:solidFill>
                <a:schemeClr val="dk2"/>
              </a:solidFill>
              <a:latin typeface="Calibri"/>
              <a:ea typeface="Calibri"/>
              <a:cs typeface="Calibri"/>
              <a:sym typeface="Calibri"/>
            </a:endParaRPr>
          </a:p>
          <a:p>
            <a:pPr marL="0" lvl="0" indent="0" algn="l" rtl="0">
              <a:spcBef>
                <a:spcPts val="0"/>
              </a:spcBef>
              <a:spcAft>
                <a:spcPts val="0"/>
              </a:spcAft>
              <a:buNone/>
            </a:pPr>
            <a:r>
              <a:rPr lang="en-US" sz="1900">
                <a:solidFill>
                  <a:schemeClr val="dk2"/>
                </a:solidFill>
                <a:latin typeface="Calibri"/>
                <a:ea typeface="Calibri"/>
                <a:cs typeface="Calibri"/>
                <a:sym typeface="Calibri"/>
              </a:rPr>
              <a:t>        s2.get_PG_student(); </a:t>
            </a:r>
            <a:endParaRPr sz="1900">
              <a:solidFill>
                <a:schemeClr val="dk2"/>
              </a:solidFill>
              <a:latin typeface="Calibri"/>
              <a:ea typeface="Calibri"/>
              <a:cs typeface="Calibri"/>
              <a:sym typeface="Calibri"/>
            </a:endParaRPr>
          </a:p>
          <a:p>
            <a:pPr marL="0" lvl="0" indent="0" algn="l" rtl="0">
              <a:spcBef>
                <a:spcPts val="0"/>
              </a:spcBef>
              <a:spcAft>
                <a:spcPts val="0"/>
              </a:spcAft>
              <a:buNone/>
            </a:pPr>
            <a:r>
              <a:rPr lang="en-US" sz="1900">
                <a:solidFill>
                  <a:schemeClr val="dk2"/>
                </a:solidFill>
                <a:latin typeface="Calibri"/>
                <a:ea typeface="Calibri"/>
                <a:cs typeface="Calibri"/>
                <a:sym typeface="Calibri"/>
              </a:rPr>
              <a:t>        s1.get_UG_student(); </a:t>
            </a:r>
            <a:endParaRPr sz="1900">
              <a:solidFill>
                <a:schemeClr val="dk2"/>
              </a:solidFill>
              <a:latin typeface="Calibri"/>
              <a:ea typeface="Calibri"/>
              <a:cs typeface="Calibri"/>
              <a:sym typeface="Calibri"/>
            </a:endParaRPr>
          </a:p>
          <a:p>
            <a:pPr marL="0" lvl="0" indent="0" algn="l" rtl="0">
              <a:spcBef>
                <a:spcPts val="0"/>
              </a:spcBef>
              <a:spcAft>
                <a:spcPts val="0"/>
              </a:spcAft>
              <a:buNone/>
            </a:pPr>
            <a:r>
              <a:rPr lang="en-US" sz="1900">
                <a:solidFill>
                  <a:schemeClr val="dk2"/>
                </a:solidFill>
                <a:latin typeface="Calibri"/>
                <a:ea typeface="Calibri"/>
                <a:cs typeface="Calibri"/>
                <a:sym typeface="Calibri"/>
              </a:rPr>
              <a:t>        s2.get_PG_student(); </a:t>
            </a:r>
            <a:endParaRPr sz="1900">
              <a:solidFill>
                <a:schemeClr val="dk2"/>
              </a:solidFill>
              <a:latin typeface="Calibri"/>
              <a:ea typeface="Calibri"/>
              <a:cs typeface="Calibri"/>
              <a:sym typeface="Calibri"/>
            </a:endParaRPr>
          </a:p>
          <a:p>
            <a:pPr marL="0" lvl="0" indent="0" algn="l" rtl="0">
              <a:spcBef>
                <a:spcPts val="0"/>
              </a:spcBef>
              <a:spcAft>
                <a:spcPts val="0"/>
              </a:spcAft>
              <a:buNone/>
            </a:pPr>
            <a:r>
              <a:rPr lang="en-US" sz="1900">
                <a:solidFill>
                  <a:schemeClr val="dk2"/>
                </a:solidFill>
                <a:latin typeface="Calibri"/>
                <a:ea typeface="Calibri"/>
                <a:cs typeface="Calibri"/>
                <a:sym typeface="Calibri"/>
              </a:rPr>
              <a:t>    }</a:t>
            </a:r>
            <a:endParaRPr sz="1900">
              <a:solidFill>
                <a:schemeClr val="dk2"/>
              </a:solidFill>
              <a:latin typeface="Calibri"/>
              <a:ea typeface="Calibri"/>
              <a:cs typeface="Calibri"/>
              <a:sym typeface="Calibri"/>
            </a:endParaRPr>
          </a:p>
          <a:p>
            <a:pPr marL="0" lvl="0" indent="0" algn="l" rtl="0">
              <a:spcBef>
                <a:spcPts val="0"/>
              </a:spcBef>
              <a:spcAft>
                <a:spcPts val="0"/>
              </a:spcAft>
              <a:buNone/>
            </a:pPr>
            <a:r>
              <a:rPr lang="en-US" sz="1900">
                <a:solidFill>
                  <a:schemeClr val="dk2"/>
                </a:solidFill>
                <a:latin typeface="Calibri"/>
                <a:ea typeface="Calibri"/>
                <a:cs typeface="Calibri"/>
                <a:sym typeface="Calibri"/>
              </a:rPr>
              <a:t>}</a:t>
            </a:r>
            <a:endParaRPr sz="1900">
              <a:solidFill>
                <a:schemeClr val="dk2"/>
              </a:solidFill>
              <a:latin typeface="Calibri"/>
              <a:ea typeface="Calibri"/>
              <a:cs typeface="Calibri"/>
              <a:sym typeface="Calibri"/>
            </a:endParaRPr>
          </a:p>
        </p:txBody>
      </p:sp>
      <p:sp>
        <p:nvSpPr>
          <p:cNvPr id="268" name="Google Shape;268;g33550a76cbc_1_2"/>
          <p:cNvSpPr txBox="1"/>
          <p:nvPr/>
        </p:nvSpPr>
        <p:spPr>
          <a:xfrm>
            <a:off x="6287350" y="4576100"/>
            <a:ext cx="1863900" cy="1354500"/>
          </a:xfrm>
          <a:prstGeom prst="rect">
            <a:avLst/>
          </a:prstGeom>
          <a:solidFill>
            <a:srgbClr val="FFFF00"/>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a:t>UG SID: 1 </a:t>
            </a:r>
            <a:endParaRPr sz="1900"/>
          </a:p>
          <a:p>
            <a:pPr marL="0" lvl="0" indent="0" algn="l" rtl="0">
              <a:spcBef>
                <a:spcPts val="0"/>
              </a:spcBef>
              <a:spcAft>
                <a:spcPts val="0"/>
              </a:spcAft>
              <a:buNone/>
            </a:pPr>
            <a:r>
              <a:rPr lang="en-US" sz="1900"/>
              <a:t>PG SID: 2 </a:t>
            </a:r>
            <a:endParaRPr sz="1900"/>
          </a:p>
          <a:p>
            <a:pPr marL="0" lvl="0" indent="0" algn="l" rtl="0">
              <a:spcBef>
                <a:spcPts val="0"/>
              </a:spcBef>
              <a:spcAft>
                <a:spcPts val="0"/>
              </a:spcAft>
              <a:buNone/>
            </a:pPr>
            <a:r>
              <a:rPr lang="en-US" sz="1900"/>
              <a:t>UG SID: 3 </a:t>
            </a:r>
            <a:endParaRPr sz="1900"/>
          </a:p>
          <a:p>
            <a:pPr marL="0" lvl="0" indent="0" algn="l" rtl="0">
              <a:spcBef>
                <a:spcPts val="0"/>
              </a:spcBef>
              <a:spcAft>
                <a:spcPts val="0"/>
              </a:spcAft>
              <a:buNone/>
            </a:pPr>
            <a:r>
              <a:rPr lang="en-US" sz="1900"/>
              <a:t>PG SID: 4</a:t>
            </a:r>
            <a:endParaRP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g33550a76cbc_1_9"/>
          <p:cNvSpPr/>
          <p:nvPr/>
        </p:nvSpPr>
        <p:spPr>
          <a:xfrm>
            <a:off x="242750" y="755100"/>
            <a:ext cx="5430600" cy="5404800"/>
          </a:xfrm>
          <a:prstGeom prst="rect">
            <a:avLst/>
          </a:prstGeom>
          <a:noFill/>
          <a:ln>
            <a:noFill/>
          </a:ln>
        </p:spPr>
        <p:txBody>
          <a:bodyPr spcFirstLastPara="1" wrap="square" lIns="90000" tIns="45000" rIns="90000" bIns="45000" anchor="t" anchorCtr="0">
            <a:noAutofit/>
          </a:bodyPr>
          <a:lstStyle/>
          <a:p>
            <a:pPr marL="0" lvl="0" indent="0" algn="l" rtl="0">
              <a:spcBef>
                <a:spcPts val="0"/>
              </a:spcBef>
              <a:spcAft>
                <a:spcPts val="0"/>
              </a:spcAft>
              <a:buNone/>
            </a:pPr>
            <a:r>
              <a:rPr lang="en-US" sz="2000" dirty="0">
                <a:solidFill>
                  <a:srgbClr val="675D59"/>
                </a:solidFill>
                <a:latin typeface="Calibri"/>
                <a:ea typeface="Calibri"/>
                <a:cs typeface="Calibri"/>
                <a:sym typeface="Calibri"/>
              </a:rPr>
              <a:t>class Student {</a:t>
            </a:r>
            <a:endParaRPr sz="2000" dirty="0">
              <a:solidFill>
                <a:srgbClr val="675D59"/>
              </a:solidFill>
              <a:latin typeface="Calibri"/>
              <a:ea typeface="Calibri"/>
              <a:cs typeface="Calibri"/>
              <a:sym typeface="Calibri"/>
            </a:endParaRPr>
          </a:p>
          <a:p>
            <a:pPr marL="0" lvl="0" indent="0" algn="l" rtl="0">
              <a:spcBef>
                <a:spcPts val="0"/>
              </a:spcBef>
              <a:spcAft>
                <a:spcPts val="0"/>
              </a:spcAft>
              <a:buNone/>
            </a:pPr>
            <a:endParaRPr sz="2000" dirty="0">
              <a:solidFill>
                <a:srgbClr val="675D59"/>
              </a:solidFill>
              <a:latin typeface="Calibri"/>
              <a:ea typeface="Calibri"/>
              <a:cs typeface="Calibri"/>
              <a:sym typeface="Calibri"/>
            </a:endParaRPr>
          </a:p>
          <a:p>
            <a:pPr marL="0" lvl="0" indent="0" algn="l" rtl="0">
              <a:spcBef>
                <a:spcPts val="0"/>
              </a:spcBef>
              <a:spcAft>
                <a:spcPts val="0"/>
              </a:spcAft>
              <a:buNone/>
            </a:pPr>
            <a:r>
              <a:rPr lang="en-US" sz="2000" b="1" dirty="0">
                <a:solidFill>
                  <a:srgbClr val="0000FF"/>
                </a:solidFill>
                <a:latin typeface="Calibri"/>
                <a:ea typeface="Calibri"/>
                <a:cs typeface="Calibri"/>
                <a:sym typeface="Calibri"/>
              </a:rPr>
              <a:t>    private static int SID = 0; </a:t>
            </a:r>
            <a:endParaRPr sz="2000" dirty="0">
              <a:solidFill>
                <a:srgbClr val="675D59"/>
              </a:solidFill>
              <a:latin typeface="Calibri"/>
              <a:ea typeface="Calibri"/>
              <a:cs typeface="Calibri"/>
              <a:sym typeface="Calibri"/>
            </a:endParaRPr>
          </a:p>
          <a:p>
            <a:pPr marL="0" lvl="0" indent="0" algn="l" rtl="0">
              <a:spcBef>
                <a:spcPts val="0"/>
              </a:spcBef>
              <a:spcAft>
                <a:spcPts val="0"/>
              </a:spcAft>
              <a:buNone/>
            </a:pPr>
            <a:endParaRPr sz="2000" dirty="0">
              <a:solidFill>
                <a:srgbClr val="675D59"/>
              </a:solidFill>
              <a:latin typeface="Calibri"/>
              <a:ea typeface="Calibri"/>
              <a:cs typeface="Calibri"/>
              <a:sym typeface="Calibri"/>
            </a:endParaRPr>
          </a:p>
          <a:p>
            <a:pPr marL="0" lvl="0" indent="0" algn="l" rtl="0">
              <a:spcBef>
                <a:spcPts val="0"/>
              </a:spcBef>
              <a:spcAft>
                <a:spcPts val="0"/>
              </a:spcAft>
              <a:buNone/>
            </a:pPr>
            <a:r>
              <a:rPr lang="en-US" sz="2000" b="1" dirty="0">
                <a:solidFill>
                  <a:srgbClr val="0000FF"/>
                </a:solidFill>
                <a:latin typeface="Calibri"/>
                <a:ea typeface="Calibri"/>
                <a:cs typeface="Calibri"/>
                <a:sym typeface="Calibri"/>
              </a:rPr>
              <a:t>    public int </a:t>
            </a:r>
            <a:r>
              <a:rPr lang="en-US" sz="2000" b="1" dirty="0" err="1">
                <a:solidFill>
                  <a:srgbClr val="0000FF"/>
                </a:solidFill>
                <a:latin typeface="Calibri"/>
                <a:ea typeface="Calibri"/>
                <a:cs typeface="Calibri"/>
                <a:sym typeface="Calibri"/>
              </a:rPr>
              <a:t>setSID</a:t>
            </a:r>
            <a:r>
              <a:rPr lang="en-US" sz="2000" b="1" dirty="0">
                <a:solidFill>
                  <a:srgbClr val="0000FF"/>
                </a:solidFill>
                <a:latin typeface="Calibri"/>
                <a:ea typeface="Calibri"/>
                <a:cs typeface="Calibri"/>
                <a:sym typeface="Calibri"/>
              </a:rPr>
              <a:t>() {</a:t>
            </a:r>
            <a:endParaRPr sz="2000" b="1" dirty="0">
              <a:solidFill>
                <a:srgbClr val="0000FF"/>
              </a:solidFill>
              <a:latin typeface="Calibri"/>
              <a:ea typeface="Calibri"/>
              <a:cs typeface="Calibri"/>
              <a:sym typeface="Calibri"/>
            </a:endParaRPr>
          </a:p>
          <a:p>
            <a:pPr marL="0" lvl="0" indent="0" algn="l" rtl="0">
              <a:spcBef>
                <a:spcPts val="0"/>
              </a:spcBef>
              <a:spcAft>
                <a:spcPts val="0"/>
              </a:spcAft>
              <a:buNone/>
            </a:pPr>
            <a:r>
              <a:rPr lang="en-US" sz="2000" b="1" dirty="0">
                <a:solidFill>
                  <a:srgbClr val="0000FF"/>
                </a:solidFill>
                <a:latin typeface="Calibri"/>
                <a:ea typeface="Calibri"/>
                <a:cs typeface="Calibri"/>
                <a:sym typeface="Calibri"/>
              </a:rPr>
              <a:t>        return ++SID; </a:t>
            </a:r>
            <a:endParaRPr sz="2000" b="1" dirty="0">
              <a:solidFill>
                <a:srgbClr val="0000FF"/>
              </a:solidFill>
              <a:latin typeface="Calibri"/>
              <a:ea typeface="Calibri"/>
              <a:cs typeface="Calibri"/>
              <a:sym typeface="Calibri"/>
            </a:endParaRPr>
          </a:p>
          <a:p>
            <a:pPr marL="0" lvl="0" indent="0" algn="l" rtl="0">
              <a:spcBef>
                <a:spcPts val="0"/>
              </a:spcBef>
              <a:spcAft>
                <a:spcPts val="0"/>
              </a:spcAft>
              <a:buNone/>
            </a:pPr>
            <a:r>
              <a:rPr lang="en-US" sz="2000" b="1" dirty="0">
                <a:solidFill>
                  <a:srgbClr val="0000FF"/>
                </a:solidFill>
                <a:latin typeface="Calibri"/>
                <a:ea typeface="Calibri"/>
                <a:cs typeface="Calibri"/>
                <a:sym typeface="Calibri"/>
              </a:rPr>
              <a:t>    }</a:t>
            </a:r>
            <a:endParaRPr sz="2000" b="1" dirty="0">
              <a:solidFill>
                <a:srgbClr val="0000FF"/>
              </a:solidFill>
              <a:latin typeface="Calibri"/>
              <a:ea typeface="Calibri"/>
              <a:cs typeface="Calibri"/>
              <a:sym typeface="Calibri"/>
            </a:endParaRPr>
          </a:p>
          <a:p>
            <a:pPr marL="0" lvl="0" indent="0" algn="l" rtl="0">
              <a:spcBef>
                <a:spcPts val="0"/>
              </a:spcBef>
              <a:spcAft>
                <a:spcPts val="0"/>
              </a:spcAft>
              <a:buNone/>
            </a:pPr>
            <a:endParaRPr sz="2000" dirty="0">
              <a:solidFill>
                <a:srgbClr val="675D59"/>
              </a:solidFill>
              <a:latin typeface="Calibri"/>
              <a:ea typeface="Calibri"/>
              <a:cs typeface="Calibri"/>
              <a:sym typeface="Calibri"/>
            </a:endParaRPr>
          </a:p>
          <a:p>
            <a:pPr marL="0" lvl="0" indent="0" algn="l" rtl="0">
              <a:spcBef>
                <a:spcPts val="0"/>
              </a:spcBef>
              <a:spcAft>
                <a:spcPts val="0"/>
              </a:spcAft>
              <a:buNone/>
            </a:pPr>
            <a:r>
              <a:rPr lang="en-US" sz="2000" dirty="0">
                <a:solidFill>
                  <a:srgbClr val="675D59"/>
                </a:solidFill>
                <a:latin typeface="Calibri"/>
                <a:ea typeface="Calibri"/>
                <a:cs typeface="Calibri"/>
                <a:sym typeface="Calibri"/>
              </a:rPr>
              <a:t>    public void </a:t>
            </a:r>
            <a:r>
              <a:rPr lang="en-US" sz="2000" dirty="0" err="1">
                <a:solidFill>
                  <a:srgbClr val="675D59"/>
                </a:solidFill>
                <a:latin typeface="Calibri"/>
                <a:ea typeface="Calibri"/>
                <a:cs typeface="Calibri"/>
                <a:sym typeface="Calibri"/>
              </a:rPr>
              <a:t>get_UG_student</a:t>
            </a:r>
            <a:r>
              <a:rPr lang="en-US" sz="2000" dirty="0">
                <a:solidFill>
                  <a:srgbClr val="675D59"/>
                </a:solidFill>
                <a:latin typeface="Calibri"/>
                <a:ea typeface="Calibri"/>
                <a:cs typeface="Calibri"/>
                <a:sym typeface="Calibri"/>
              </a:rPr>
              <a:t>() {</a:t>
            </a:r>
            <a:endParaRPr sz="2000" dirty="0">
              <a:solidFill>
                <a:srgbClr val="675D59"/>
              </a:solidFill>
              <a:latin typeface="Calibri"/>
              <a:ea typeface="Calibri"/>
              <a:cs typeface="Calibri"/>
              <a:sym typeface="Calibri"/>
            </a:endParaRPr>
          </a:p>
          <a:p>
            <a:pPr marL="0" lvl="0" indent="0" algn="l" rtl="0">
              <a:spcBef>
                <a:spcPts val="0"/>
              </a:spcBef>
              <a:spcAft>
                <a:spcPts val="0"/>
              </a:spcAft>
              <a:buNone/>
            </a:pPr>
            <a:r>
              <a:rPr lang="en-US" sz="2000" dirty="0">
                <a:solidFill>
                  <a:srgbClr val="675D59"/>
                </a:solidFill>
                <a:latin typeface="Calibri"/>
                <a:ea typeface="Calibri"/>
                <a:cs typeface="Calibri"/>
                <a:sym typeface="Calibri"/>
              </a:rPr>
              <a:t>     </a:t>
            </a:r>
            <a:r>
              <a:rPr lang="en-US" sz="2000" b="1" dirty="0">
                <a:solidFill>
                  <a:srgbClr val="0000FF"/>
                </a:solidFill>
                <a:latin typeface="Calibri"/>
                <a:ea typeface="Calibri"/>
                <a:cs typeface="Calibri"/>
                <a:sym typeface="Calibri"/>
              </a:rPr>
              <a:t>   int </a:t>
            </a:r>
            <a:r>
              <a:rPr lang="en-US" sz="2000" b="1" dirty="0" err="1">
                <a:solidFill>
                  <a:srgbClr val="0000FF"/>
                </a:solidFill>
                <a:latin typeface="Calibri"/>
                <a:ea typeface="Calibri"/>
                <a:cs typeface="Calibri"/>
                <a:sym typeface="Calibri"/>
              </a:rPr>
              <a:t>studentID</a:t>
            </a:r>
            <a:r>
              <a:rPr lang="en-US" sz="2000" b="1" dirty="0">
                <a:solidFill>
                  <a:srgbClr val="0000FF"/>
                </a:solidFill>
                <a:latin typeface="Calibri"/>
                <a:ea typeface="Calibri"/>
                <a:cs typeface="Calibri"/>
                <a:sym typeface="Calibri"/>
              </a:rPr>
              <a:t> = </a:t>
            </a:r>
            <a:r>
              <a:rPr lang="en-US" sz="2000" b="1" dirty="0" err="1">
                <a:solidFill>
                  <a:srgbClr val="0000FF"/>
                </a:solidFill>
                <a:latin typeface="Calibri"/>
                <a:ea typeface="Calibri"/>
                <a:cs typeface="Calibri"/>
                <a:sym typeface="Calibri"/>
              </a:rPr>
              <a:t>setSID</a:t>
            </a:r>
            <a:r>
              <a:rPr lang="en-US" sz="2000" b="1" dirty="0">
                <a:solidFill>
                  <a:srgbClr val="0000FF"/>
                </a:solidFill>
                <a:latin typeface="Calibri"/>
                <a:ea typeface="Calibri"/>
                <a:cs typeface="Calibri"/>
                <a:sym typeface="Calibri"/>
              </a:rPr>
              <a:t>();</a:t>
            </a:r>
            <a:endParaRPr sz="2000" b="1" dirty="0">
              <a:solidFill>
                <a:srgbClr val="0000FF"/>
              </a:solidFill>
              <a:latin typeface="Calibri"/>
              <a:ea typeface="Calibri"/>
              <a:cs typeface="Calibri"/>
              <a:sym typeface="Calibri"/>
            </a:endParaRPr>
          </a:p>
          <a:p>
            <a:pPr marL="0" lvl="0" indent="0" algn="l" rtl="0">
              <a:spcBef>
                <a:spcPts val="0"/>
              </a:spcBef>
              <a:spcAft>
                <a:spcPts val="0"/>
              </a:spcAft>
              <a:buNone/>
            </a:pPr>
            <a:r>
              <a:rPr lang="en-US" sz="2000" dirty="0">
                <a:solidFill>
                  <a:srgbClr val="675D59"/>
                </a:solidFill>
                <a:latin typeface="Calibri"/>
                <a:ea typeface="Calibri"/>
                <a:cs typeface="Calibri"/>
                <a:sym typeface="Calibri"/>
              </a:rPr>
              <a:t>        </a:t>
            </a:r>
            <a:r>
              <a:rPr lang="en-US" sz="2000" dirty="0" err="1">
                <a:solidFill>
                  <a:srgbClr val="675D59"/>
                </a:solidFill>
                <a:latin typeface="Calibri"/>
                <a:ea typeface="Calibri"/>
                <a:cs typeface="Calibri"/>
                <a:sym typeface="Calibri"/>
              </a:rPr>
              <a:t>System.out.println</a:t>
            </a:r>
            <a:r>
              <a:rPr lang="en-US" sz="2000" dirty="0">
                <a:solidFill>
                  <a:srgbClr val="675D59"/>
                </a:solidFill>
                <a:latin typeface="Calibri"/>
                <a:ea typeface="Calibri"/>
                <a:cs typeface="Calibri"/>
                <a:sym typeface="Calibri"/>
              </a:rPr>
              <a:t>("UG SID: " + </a:t>
            </a:r>
            <a:r>
              <a:rPr lang="en-US" sz="2000" dirty="0" err="1">
                <a:solidFill>
                  <a:srgbClr val="675D59"/>
                </a:solidFill>
                <a:latin typeface="Calibri"/>
                <a:ea typeface="Calibri"/>
                <a:cs typeface="Calibri"/>
                <a:sym typeface="Calibri"/>
              </a:rPr>
              <a:t>studentID</a:t>
            </a:r>
            <a:r>
              <a:rPr lang="en-US" sz="2000" dirty="0">
                <a:solidFill>
                  <a:srgbClr val="675D59"/>
                </a:solidFill>
                <a:latin typeface="Calibri"/>
                <a:ea typeface="Calibri"/>
                <a:cs typeface="Calibri"/>
                <a:sym typeface="Calibri"/>
              </a:rPr>
              <a:t>);</a:t>
            </a:r>
            <a:endParaRPr sz="2000" dirty="0">
              <a:solidFill>
                <a:srgbClr val="675D59"/>
              </a:solidFill>
              <a:latin typeface="Calibri"/>
              <a:ea typeface="Calibri"/>
              <a:cs typeface="Calibri"/>
              <a:sym typeface="Calibri"/>
            </a:endParaRPr>
          </a:p>
          <a:p>
            <a:pPr marL="0" lvl="0" indent="0" algn="l" rtl="0">
              <a:spcBef>
                <a:spcPts val="0"/>
              </a:spcBef>
              <a:spcAft>
                <a:spcPts val="0"/>
              </a:spcAft>
              <a:buNone/>
            </a:pPr>
            <a:r>
              <a:rPr lang="en-US" sz="2000" dirty="0">
                <a:solidFill>
                  <a:srgbClr val="675D59"/>
                </a:solidFill>
                <a:latin typeface="Calibri"/>
                <a:ea typeface="Calibri"/>
                <a:cs typeface="Calibri"/>
                <a:sym typeface="Calibri"/>
              </a:rPr>
              <a:t>    }</a:t>
            </a:r>
            <a:endParaRPr sz="2000" dirty="0">
              <a:solidFill>
                <a:srgbClr val="675D59"/>
              </a:solidFill>
              <a:latin typeface="Calibri"/>
              <a:ea typeface="Calibri"/>
              <a:cs typeface="Calibri"/>
              <a:sym typeface="Calibri"/>
            </a:endParaRPr>
          </a:p>
          <a:p>
            <a:pPr marL="0" lvl="0" indent="0" algn="l" rtl="0">
              <a:spcBef>
                <a:spcPts val="0"/>
              </a:spcBef>
              <a:spcAft>
                <a:spcPts val="0"/>
              </a:spcAft>
              <a:buNone/>
            </a:pPr>
            <a:endParaRPr sz="2000" dirty="0">
              <a:solidFill>
                <a:srgbClr val="675D59"/>
              </a:solidFill>
              <a:latin typeface="Calibri"/>
              <a:ea typeface="Calibri"/>
              <a:cs typeface="Calibri"/>
              <a:sym typeface="Calibri"/>
            </a:endParaRPr>
          </a:p>
          <a:p>
            <a:pPr marL="0" lvl="0" indent="0" algn="l" rtl="0">
              <a:spcBef>
                <a:spcPts val="0"/>
              </a:spcBef>
              <a:spcAft>
                <a:spcPts val="0"/>
              </a:spcAft>
              <a:buNone/>
            </a:pPr>
            <a:r>
              <a:rPr lang="en-US" sz="2000" dirty="0">
                <a:solidFill>
                  <a:srgbClr val="675D59"/>
                </a:solidFill>
                <a:latin typeface="Calibri"/>
                <a:ea typeface="Calibri"/>
                <a:cs typeface="Calibri"/>
                <a:sym typeface="Calibri"/>
              </a:rPr>
              <a:t>    public void </a:t>
            </a:r>
            <a:r>
              <a:rPr lang="en-US" sz="2000" dirty="0" err="1">
                <a:solidFill>
                  <a:srgbClr val="675D59"/>
                </a:solidFill>
                <a:latin typeface="Calibri"/>
                <a:ea typeface="Calibri"/>
                <a:cs typeface="Calibri"/>
                <a:sym typeface="Calibri"/>
              </a:rPr>
              <a:t>get_PG_student</a:t>
            </a:r>
            <a:r>
              <a:rPr lang="en-US" sz="2000" dirty="0">
                <a:solidFill>
                  <a:srgbClr val="675D59"/>
                </a:solidFill>
                <a:latin typeface="Calibri"/>
                <a:ea typeface="Calibri"/>
                <a:cs typeface="Calibri"/>
                <a:sym typeface="Calibri"/>
              </a:rPr>
              <a:t>() {</a:t>
            </a:r>
            <a:endParaRPr sz="2000" dirty="0">
              <a:solidFill>
                <a:srgbClr val="675D59"/>
              </a:solidFill>
              <a:latin typeface="Calibri"/>
              <a:ea typeface="Calibri"/>
              <a:cs typeface="Calibri"/>
              <a:sym typeface="Calibri"/>
            </a:endParaRPr>
          </a:p>
          <a:p>
            <a:pPr marL="0" lvl="0" indent="0" algn="l" rtl="0">
              <a:spcBef>
                <a:spcPts val="0"/>
              </a:spcBef>
              <a:spcAft>
                <a:spcPts val="0"/>
              </a:spcAft>
              <a:buNone/>
            </a:pPr>
            <a:r>
              <a:rPr lang="en-US" sz="2000" dirty="0">
                <a:solidFill>
                  <a:srgbClr val="675D59"/>
                </a:solidFill>
                <a:latin typeface="Calibri"/>
                <a:ea typeface="Calibri"/>
                <a:cs typeface="Calibri"/>
                <a:sym typeface="Calibri"/>
              </a:rPr>
              <a:t>        </a:t>
            </a:r>
            <a:r>
              <a:rPr lang="en-US" sz="2000" b="1" dirty="0">
                <a:solidFill>
                  <a:srgbClr val="0000FF"/>
                </a:solidFill>
                <a:latin typeface="Calibri"/>
                <a:ea typeface="Calibri"/>
                <a:cs typeface="Calibri"/>
                <a:sym typeface="Calibri"/>
              </a:rPr>
              <a:t>int </a:t>
            </a:r>
            <a:r>
              <a:rPr lang="en-US" sz="2000" b="1" dirty="0" err="1">
                <a:solidFill>
                  <a:srgbClr val="0000FF"/>
                </a:solidFill>
                <a:latin typeface="Calibri"/>
                <a:ea typeface="Calibri"/>
                <a:cs typeface="Calibri"/>
                <a:sym typeface="Calibri"/>
              </a:rPr>
              <a:t>studentID</a:t>
            </a:r>
            <a:r>
              <a:rPr lang="en-US" sz="2000" b="1" dirty="0">
                <a:solidFill>
                  <a:srgbClr val="0000FF"/>
                </a:solidFill>
                <a:latin typeface="Calibri"/>
                <a:ea typeface="Calibri"/>
                <a:cs typeface="Calibri"/>
                <a:sym typeface="Calibri"/>
              </a:rPr>
              <a:t> = </a:t>
            </a:r>
            <a:r>
              <a:rPr lang="en-US" sz="2000" b="1" dirty="0" err="1">
                <a:solidFill>
                  <a:srgbClr val="0000FF"/>
                </a:solidFill>
                <a:latin typeface="Calibri"/>
                <a:ea typeface="Calibri"/>
                <a:cs typeface="Calibri"/>
                <a:sym typeface="Calibri"/>
              </a:rPr>
              <a:t>setSID</a:t>
            </a:r>
            <a:r>
              <a:rPr lang="en-US" sz="2000" b="1" dirty="0">
                <a:solidFill>
                  <a:srgbClr val="0000FF"/>
                </a:solidFill>
                <a:latin typeface="Calibri"/>
                <a:ea typeface="Calibri"/>
                <a:cs typeface="Calibri"/>
                <a:sym typeface="Calibri"/>
              </a:rPr>
              <a:t>();</a:t>
            </a:r>
            <a:endParaRPr sz="2000" b="1" dirty="0">
              <a:solidFill>
                <a:srgbClr val="0000FF"/>
              </a:solidFill>
              <a:latin typeface="Calibri"/>
              <a:ea typeface="Calibri"/>
              <a:cs typeface="Calibri"/>
              <a:sym typeface="Calibri"/>
            </a:endParaRPr>
          </a:p>
          <a:p>
            <a:pPr marL="0" lvl="0" indent="0" algn="l" rtl="0">
              <a:spcBef>
                <a:spcPts val="0"/>
              </a:spcBef>
              <a:spcAft>
                <a:spcPts val="0"/>
              </a:spcAft>
              <a:buNone/>
            </a:pPr>
            <a:r>
              <a:rPr lang="en-US" sz="2000" dirty="0">
                <a:solidFill>
                  <a:srgbClr val="675D59"/>
                </a:solidFill>
                <a:latin typeface="Calibri"/>
                <a:ea typeface="Calibri"/>
                <a:cs typeface="Calibri"/>
                <a:sym typeface="Calibri"/>
              </a:rPr>
              <a:t>        </a:t>
            </a:r>
            <a:r>
              <a:rPr lang="en-US" sz="2000" dirty="0" err="1">
                <a:solidFill>
                  <a:srgbClr val="675D59"/>
                </a:solidFill>
                <a:latin typeface="Calibri"/>
                <a:ea typeface="Calibri"/>
                <a:cs typeface="Calibri"/>
                <a:sym typeface="Calibri"/>
              </a:rPr>
              <a:t>System.out.println</a:t>
            </a:r>
            <a:r>
              <a:rPr lang="en-US" sz="2000" dirty="0">
                <a:solidFill>
                  <a:srgbClr val="675D59"/>
                </a:solidFill>
                <a:latin typeface="Calibri"/>
                <a:ea typeface="Calibri"/>
                <a:cs typeface="Calibri"/>
                <a:sym typeface="Calibri"/>
              </a:rPr>
              <a:t>("PG SID: " + </a:t>
            </a:r>
            <a:r>
              <a:rPr lang="en-US" sz="2000" dirty="0" err="1">
                <a:solidFill>
                  <a:srgbClr val="675D59"/>
                </a:solidFill>
                <a:latin typeface="Calibri"/>
                <a:ea typeface="Calibri"/>
                <a:cs typeface="Calibri"/>
                <a:sym typeface="Calibri"/>
              </a:rPr>
              <a:t>studentID</a:t>
            </a:r>
            <a:r>
              <a:rPr lang="en-US" sz="2000" dirty="0">
                <a:solidFill>
                  <a:srgbClr val="675D59"/>
                </a:solidFill>
                <a:latin typeface="Calibri"/>
                <a:ea typeface="Calibri"/>
                <a:cs typeface="Calibri"/>
                <a:sym typeface="Calibri"/>
              </a:rPr>
              <a:t>);</a:t>
            </a:r>
            <a:endParaRPr sz="2000" dirty="0">
              <a:solidFill>
                <a:srgbClr val="675D59"/>
              </a:solidFill>
              <a:latin typeface="Calibri"/>
              <a:ea typeface="Calibri"/>
              <a:cs typeface="Calibri"/>
              <a:sym typeface="Calibri"/>
            </a:endParaRPr>
          </a:p>
          <a:p>
            <a:pPr marL="0" lvl="0" indent="0" algn="l" rtl="0">
              <a:spcBef>
                <a:spcPts val="0"/>
              </a:spcBef>
              <a:spcAft>
                <a:spcPts val="0"/>
              </a:spcAft>
              <a:buNone/>
            </a:pPr>
            <a:r>
              <a:rPr lang="en-US" sz="2000" dirty="0">
                <a:solidFill>
                  <a:srgbClr val="675D59"/>
                </a:solidFill>
                <a:latin typeface="Calibri"/>
                <a:ea typeface="Calibri"/>
                <a:cs typeface="Calibri"/>
                <a:sym typeface="Calibri"/>
              </a:rPr>
              <a:t>    }</a:t>
            </a:r>
            <a:endParaRPr sz="2000" dirty="0">
              <a:solidFill>
                <a:srgbClr val="675D59"/>
              </a:solidFill>
              <a:latin typeface="Calibri"/>
              <a:ea typeface="Calibri"/>
              <a:cs typeface="Calibri"/>
              <a:sym typeface="Calibri"/>
            </a:endParaRPr>
          </a:p>
          <a:p>
            <a:pPr marL="0" lvl="0" indent="0" algn="l" rtl="0">
              <a:spcBef>
                <a:spcPts val="0"/>
              </a:spcBef>
              <a:spcAft>
                <a:spcPts val="0"/>
              </a:spcAft>
              <a:buNone/>
            </a:pPr>
            <a:endParaRPr sz="2000" dirty="0">
              <a:solidFill>
                <a:srgbClr val="675D59"/>
              </a:solidFill>
              <a:latin typeface="Calibri"/>
              <a:ea typeface="Calibri"/>
              <a:cs typeface="Calibri"/>
              <a:sym typeface="Calibri"/>
            </a:endParaRPr>
          </a:p>
          <a:p>
            <a:pPr marL="0" lvl="0" indent="0" algn="l" rtl="0">
              <a:spcBef>
                <a:spcPts val="0"/>
              </a:spcBef>
              <a:spcAft>
                <a:spcPts val="0"/>
              </a:spcAft>
              <a:buNone/>
            </a:pPr>
            <a:r>
              <a:rPr lang="en-US" sz="2000" dirty="0">
                <a:solidFill>
                  <a:srgbClr val="675D59"/>
                </a:solidFill>
                <a:latin typeface="Calibri"/>
                <a:ea typeface="Calibri"/>
                <a:cs typeface="Calibri"/>
                <a:sym typeface="Calibri"/>
              </a:rPr>
              <a:t>   </a:t>
            </a:r>
            <a:endParaRPr sz="2000" dirty="0">
              <a:solidFill>
                <a:srgbClr val="675D59"/>
              </a:solidFill>
              <a:latin typeface="Calibri"/>
              <a:ea typeface="Calibri"/>
              <a:cs typeface="Calibri"/>
              <a:sym typeface="Calibri"/>
            </a:endParaRPr>
          </a:p>
        </p:txBody>
      </p:sp>
      <p:sp>
        <p:nvSpPr>
          <p:cNvPr id="274" name="Google Shape;274;g33550a76cbc_1_9"/>
          <p:cNvSpPr/>
          <p:nvPr/>
        </p:nvSpPr>
        <p:spPr>
          <a:xfrm>
            <a:off x="241375" y="-1"/>
            <a:ext cx="8152500" cy="75510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r>
              <a:rPr lang="en-US" sz="3200" b="1" cap="small">
                <a:solidFill>
                  <a:srgbClr val="C00000"/>
                </a:solidFill>
                <a:latin typeface="Calibri"/>
                <a:ea typeface="Calibri"/>
                <a:cs typeface="Calibri"/>
                <a:sym typeface="Calibri"/>
              </a:rPr>
              <a:t>Output?</a:t>
            </a:r>
            <a:endParaRPr/>
          </a:p>
        </p:txBody>
      </p:sp>
      <p:sp>
        <p:nvSpPr>
          <p:cNvPr id="275" name="Google Shape;275;g33550a76cbc_1_9"/>
          <p:cNvSpPr txBox="1"/>
          <p:nvPr/>
        </p:nvSpPr>
        <p:spPr>
          <a:xfrm>
            <a:off x="4736700" y="76200"/>
            <a:ext cx="4407300" cy="31092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US" sz="1900">
                <a:solidFill>
                  <a:schemeClr val="dk2"/>
                </a:solidFill>
                <a:latin typeface="Calibri"/>
                <a:ea typeface="Calibri"/>
                <a:cs typeface="Calibri"/>
                <a:sym typeface="Calibri"/>
              </a:rPr>
              <a:t>public static void main(String[] args) {</a:t>
            </a:r>
            <a:endParaRPr sz="1900">
              <a:solidFill>
                <a:schemeClr val="dk2"/>
              </a:solidFill>
              <a:latin typeface="Calibri"/>
              <a:ea typeface="Calibri"/>
              <a:cs typeface="Calibri"/>
              <a:sym typeface="Calibri"/>
            </a:endParaRPr>
          </a:p>
          <a:p>
            <a:pPr marL="0" lvl="0" indent="0" algn="l" rtl="0">
              <a:spcBef>
                <a:spcPts val="0"/>
              </a:spcBef>
              <a:spcAft>
                <a:spcPts val="0"/>
              </a:spcAft>
              <a:buNone/>
            </a:pPr>
            <a:r>
              <a:rPr lang="en-US" sz="1900">
                <a:solidFill>
                  <a:schemeClr val="dk2"/>
                </a:solidFill>
                <a:latin typeface="Calibri"/>
                <a:ea typeface="Calibri"/>
                <a:cs typeface="Calibri"/>
                <a:sym typeface="Calibri"/>
              </a:rPr>
              <a:t>        Student s1 = new Student();</a:t>
            </a:r>
            <a:endParaRPr sz="1900">
              <a:solidFill>
                <a:schemeClr val="dk2"/>
              </a:solidFill>
              <a:latin typeface="Calibri"/>
              <a:ea typeface="Calibri"/>
              <a:cs typeface="Calibri"/>
              <a:sym typeface="Calibri"/>
            </a:endParaRPr>
          </a:p>
          <a:p>
            <a:pPr marL="0" lvl="0" indent="0" algn="l" rtl="0">
              <a:spcBef>
                <a:spcPts val="0"/>
              </a:spcBef>
              <a:spcAft>
                <a:spcPts val="0"/>
              </a:spcAft>
              <a:buNone/>
            </a:pPr>
            <a:r>
              <a:rPr lang="en-US" sz="1900">
                <a:solidFill>
                  <a:schemeClr val="dk2"/>
                </a:solidFill>
                <a:latin typeface="Calibri"/>
                <a:ea typeface="Calibri"/>
                <a:cs typeface="Calibri"/>
                <a:sym typeface="Calibri"/>
              </a:rPr>
              <a:t>        Student s2 = new Student();</a:t>
            </a:r>
            <a:endParaRPr sz="1900">
              <a:solidFill>
                <a:schemeClr val="dk2"/>
              </a:solidFill>
              <a:latin typeface="Calibri"/>
              <a:ea typeface="Calibri"/>
              <a:cs typeface="Calibri"/>
              <a:sym typeface="Calibri"/>
            </a:endParaRPr>
          </a:p>
          <a:p>
            <a:pPr marL="0" lvl="0" indent="0" algn="l" rtl="0">
              <a:spcBef>
                <a:spcPts val="0"/>
              </a:spcBef>
              <a:spcAft>
                <a:spcPts val="0"/>
              </a:spcAft>
              <a:buNone/>
            </a:pPr>
            <a:r>
              <a:rPr lang="en-US" sz="1900">
                <a:solidFill>
                  <a:schemeClr val="dk2"/>
                </a:solidFill>
                <a:latin typeface="Calibri"/>
                <a:ea typeface="Calibri"/>
                <a:cs typeface="Calibri"/>
                <a:sym typeface="Calibri"/>
              </a:rPr>
              <a:t>        </a:t>
            </a:r>
            <a:endParaRPr sz="1900">
              <a:solidFill>
                <a:schemeClr val="dk2"/>
              </a:solidFill>
              <a:latin typeface="Calibri"/>
              <a:ea typeface="Calibri"/>
              <a:cs typeface="Calibri"/>
              <a:sym typeface="Calibri"/>
            </a:endParaRPr>
          </a:p>
          <a:p>
            <a:pPr marL="0" lvl="0" indent="0" algn="l" rtl="0">
              <a:spcBef>
                <a:spcPts val="0"/>
              </a:spcBef>
              <a:spcAft>
                <a:spcPts val="0"/>
              </a:spcAft>
              <a:buNone/>
            </a:pPr>
            <a:r>
              <a:rPr lang="en-US" sz="1900">
                <a:solidFill>
                  <a:schemeClr val="dk2"/>
                </a:solidFill>
                <a:latin typeface="Calibri"/>
                <a:ea typeface="Calibri"/>
                <a:cs typeface="Calibri"/>
                <a:sym typeface="Calibri"/>
              </a:rPr>
              <a:t>        s1.get_UG_student();  </a:t>
            </a:r>
            <a:endParaRPr sz="1900">
              <a:solidFill>
                <a:schemeClr val="dk2"/>
              </a:solidFill>
              <a:latin typeface="Calibri"/>
              <a:ea typeface="Calibri"/>
              <a:cs typeface="Calibri"/>
              <a:sym typeface="Calibri"/>
            </a:endParaRPr>
          </a:p>
          <a:p>
            <a:pPr marL="0" lvl="0" indent="0" algn="l" rtl="0">
              <a:spcBef>
                <a:spcPts val="0"/>
              </a:spcBef>
              <a:spcAft>
                <a:spcPts val="0"/>
              </a:spcAft>
              <a:buNone/>
            </a:pPr>
            <a:r>
              <a:rPr lang="en-US" sz="1900">
                <a:solidFill>
                  <a:schemeClr val="dk2"/>
                </a:solidFill>
                <a:latin typeface="Calibri"/>
                <a:ea typeface="Calibri"/>
                <a:cs typeface="Calibri"/>
                <a:sym typeface="Calibri"/>
              </a:rPr>
              <a:t>        s2.get_PG_student(); </a:t>
            </a:r>
            <a:endParaRPr sz="1900">
              <a:solidFill>
                <a:schemeClr val="dk2"/>
              </a:solidFill>
              <a:latin typeface="Calibri"/>
              <a:ea typeface="Calibri"/>
              <a:cs typeface="Calibri"/>
              <a:sym typeface="Calibri"/>
            </a:endParaRPr>
          </a:p>
          <a:p>
            <a:pPr marL="0" lvl="0" indent="0" algn="l" rtl="0">
              <a:spcBef>
                <a:spcPts val="0"/>
              </a:spcBef>
              <a:spcAft>
                <a:spcPts val="0"/>
              </a:spcAft>
              <a:buNone/>
            </a:pPr>
            <a:r>
              <a:rPr lang="en-US" sz="1900">
                <a:solidFill>
                  <a:schemeClr val="dk2"/>
                </a:solidFill>
                <a:latin typeface="Calibri"/>
                <a:ea typeface="Calibri"/>
                <a:cs typeface="Calibri"/>
                <a:sym typeface="Calibri"/>
              </a:rPr>
              <a:t>        s1.get_UG_student(); </a:t>
            </a:r>
            <a:endParaRPr sz="1900">
              <a:solidFill>
                <a:schemeClr val="dk2"/>
              </a:solidFill>
              <a:latin typeface="Calibri"/>
              <a:ea typeface="Calibri"/>
              <a:cs typeface="Calibri"/>
              <a:sym typeface="Calibri"/>
            </a:endParaRPr>
          </a:p>
          <a:p>
            <a:pPr marL="0" lvl="0" indent="0" algn="l" rtl="0">
              <a:spcBef>
                <a:spcPts val="0"/>
              </a:spcBef>
              <a:spcAft>
                <a:spcPts val="0"/>
              </a:spcAft>
              <a:buNone/>
            </a:pPr>
            <a:r>
              <a:rPr lang="en-US" sz="1900">
                <a:solidFill>
                  <a:schemeClr val="dk2"/>
                </a:solidFill>
                <a:latin typeface="Calibri"/>
                <a:ea typeface="Calibri"/>
                <a:cs typeface="Calibri"/>
                <a:sym typeface="Calibri"/>
              </a:rPr>
              <a:t>        s2.get_PG_student(); </a:t>
            </a:r>
            <a:endParaRPr sz="1900">
              <a:solidFill>
                <a:schemeClr val="dk2"/>
              </a:solidFill>
              <a:latin typeface="Calibri"/>
              <a:ea typeface="Calibri"/>
              <a:cs typeface="Calibri"/>
              <a:sym typeface="Calibri"/>
            </a:endParaRPr>
          </a:p>
          <a:p>
            <a:pPr marL="0" lvl="0" indent="0" algn="l" rtl="0">
              <a:spcBef>
                <a:spcPts val="0"/>
              </a:spcBef>
              <a:spcAft>
                <a:spcPts val="0"/>
              </a:spcAft>
              <a:buNone/>
            </a:pPr>
            <a:r>
              <a:rPr lang="en-US" sz="1900">
                <a:solidFill>
                  <a:schemeClr val="dk2"/>
                </a:solidFill>
                <a:latin typeface="Calibri"/>
                <a:ea typeface="Calibri"/>
                <a:cs typeface="Calibri"/>
                <a:sym typeface="Calibri"/>
              </a:rPr>
              <a:t>    }</a:t>
            </a:r>
            <a:endParaRPr sz="1900">
              <a:solidFill>
                <a:schemeClr val="dk2"/>
              </a:solidFill>
              <a:latin typeface="Calibri"/>
              <a:ea typeface="Calibri"/>
              <a:cs typeface="Calibri"/>
              <a:sym typeface="Calibri"/>
            </a:endParaRPr>
          </a:p>
          <a:p>
            <a:pPr marL="0" lvl="0" indent="0" algn="l" rtl="0">
              <a:spcBef>
                <a:spcPts val="0"/>
              </a:spcBef>
              <a:spcAft>
                <a:spcPts val="0"/>
              </a:spcAft>
              <a:buNone/>
            </a:pPr>
            <a:r>
              <a:rPr lang="en-US" sz="1900">
                <a:solidFill>
                  <a:schemeClr val="dk2"/>
                </a:solidFill>
                <a:latin typeface="Calibri"/>
                <a:ea typeface="Calibri"/>
                <a:cs typeface="Calibri"/>
                <a:sym typeface="Calibri"/>
              </a:rPr>
              <a:t>}</a:t>
            </a:r>
            <a:endParaRPr sz="1900">
              <a:solidFill>
                <a:schemeClr val="dk2"/>
              </a:solidFill>
              <a:latin typeface="Calibri"/>
              <a:ea typeface="Calibri"/>
              <a:cs typeface="Calibri"/>
              <a:sym typeface="Calibri"/>
            </a:endParaRPr>
          </a:p>
        </p:txBody>
      </p:sp>
      <p:sp>
        <p:nvSpPr>
          <p:cNvPr id="276" name="Google Shape;276;g33550a76cbc_1_9"/>
          <p:cNvSpPr txBox="1"/>
          <p:nvPr/>
        </p:nvSpPr>
        <p:spPr>
          <a:xfrm>
            <a:off x="6287350" y="4576100"/>
            <a:ext cx="1863900" cy="1354500"/>
          </a:xfrm>
          <a:prstGeom prst="rect">
            <a:avLst/>
          </a:prstGeom>
          <a:solidFill>
            <a:srgbClr val="FFFF00"/>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900"/>
              <a:t>UG SID: 1 </a:t>
            </a:r>
            <a:endParaRPr sz="1900"/>
          </a:p>
          <a:p>
            <a:pPr marL="0" lvl="0" indent="0" algn="l" rtl="0">
              <a:spcBef>
                <a:spcPts val="0"/>
              </a:spcBef>
              <a:spcAft>
                <a:spcPts val="0"/>
              </a:spcAft>
              <a:buNone/>
            </a:pPr>
            <a:r>
              <a:rPr lang="en-US" sz="1900"/>
              <a:t>PG SID: 2 </a:t>
            </a:r>
            <a:endParaRPr sz="1900"/>
          </a:p>
          <a:p>
            <a:pPr marL="0" lvl="0" indent="0" algn="l" rtl="0">
              <a:spcBef>
                <a:spcPts val="0"/>
              </a:spcBef>
              <a:spcAft>
                <a:spcPts val="0"/>
              </a:spcAft>
              <a:buNone/>
            </a:pPr>
            <a:r>
              <a:rPr lang="en-US" sz="1900"/>
              <a:t>UG SID: 3 </a:t>
            </a:r>
            <a:endParaRPr sz="1900"/>
          </a:p>
          <a:p>
            <a:pPr marL="0" lvl="0" indent="0" algn="l" rtl="0">
              <a:spcBef>
                <a:spcPts val="0"/>
              </a:spcBef>
              <a:spcAft>
                <a:spcPts val="0"/>
              </a:spcAft>
              <a:buNone/>
            </a:pPr>
            <a:r>
              <a:rPr lang="en-US" sz="1900"/>
              <a:t>PG SID: 4</a:t>
            </a:r>
            <a:endParaRPr sz="1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50"/>
          <p:cNvSpPr/>
          <p:nvPr/>
        </p:nvSpPr>
        <p:spPr>
          <a:xfrm>
            <a:off x="638280" y="2286000"/>
            <a:ext cx="8076600" cy="198036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4000" b="1" strike="noStrike" cap="small">
                <a:solidFill>
                  <a:srgbClr val="C00000"/>
                </a:solidFill>
                <a:latin typeface="Calibri"/>
                <a:ea typeface="Calibri"/>
                <a:cs typeface="Calibri"/>
                <a:sym typeface="Calibri"/>
              </a:rPr>
              <a:t>Questions/Answers &amp;</a:t>
            </a:r>
            <a:endParaRPr sz="1800" b="0" strike="noStrik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4000" b="1" strike="noStrike" cap="small">
                <a:solidFill>
                  <a:srgbClr val="C00000"/>
                </a:solidFill>
                <a:latin typeface="Calibri"/>
                <a:ea typeface="Calibri"/>
                <a:cs typeface="Calibri"/>
                <a:sym typeface="Calibri"/>
              </a:rPr>
              <a:t>Discussion</a:t>
            </a:r>
            <a:endParaRPr sz="1800" b="0" strike="noStrike">
              <a:solidFill>
                <a:srgbClr val="000000"/>
              </a:solidFill>
              <a:latin typeface="Arial"/>
              <a:ea typeface="Arial"/>
              <a:cs typeface="Arial"/>
              <a:sym typeface="Arial"/>
            </a:endParaRPr>
          </a:p>
        </p:txBody>
      </p:sp>
      <p:sp>
        <p:nvSpPr>
          <p:cNvPr id="282" name="Google Shape;282;p50"/>
          <p:cNvSpPr/>
          <p:nvPr/>
        </p:nvSpPr>
        <p:spPr>
          <a:xfrm>
            <a:off x="8686800" y="5740560"/>
            <a:ext cx="380160" cy="364320"/>
          </a:xfrm>
          <a:prstGeom prst="rect">
            <a:avLst/>
          </a:prstGeom>
          <a:noFill/>
          <a:ln>
            <a:noFill/>
          </a:ln>
        </p:spPr>
        <p:txBody>
          <a:bodyPr spcFirstLastPara="1" wrap="square" lIns="90000" tIns="45000" rIns="90000" bIns="45000" anchor="ctr" anchorCtr="0">
            <a:noAutofit/>
          </a:bodyPr>
          <a:lstStyle/>
          <a:p>
            <a:pPr marL="0" marR="0" lvl="0" indent="0" algn="l" rtl="0">
              <a:lnSpc>
                <a:spcPct val="100000"/>
              </a:lnSpc>
              <a:spcBef>
                <a:spcPts val="0"/>
              </a:spcBef>
              <a:spcAft>
                <a:spcPts val="0"/>
              </a:spcAft>
              <a:buNone/>
            </a:pPr>
            <a:fld id="{00000000-1234-1234-1234-123412341234}" type="slidenum">
              <a:rPr lang="en-US" sz="1200" b="0" strike="noStrike">
                <a:solidFill>
                  <a:srgbClr val="A79D99"/>
                </a:solidFill>
                <a:latin typeface="Calibri"/>
                <a:ea typeface="Calibri"/>
                <a:cs typeface="Calibri"/>
                <a:sym typeface="Calibri"/>
              </a:rPr>
              <a:t>21</a:t>
            </a:fld>
            <a:endParaRPr sz="1800" b="0"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Thermal">
  <a:themeElements>
    <a:clrScheme name="Thermal">
      <a:dk1>
        <a:srgbClr val="4D5B6B"/>
      </a:dk1>
      <a:lt1>
        <a:srgbClr val="FFFFFF"/>
      </a:lt1>
      <a:dk2>
        <a:srgbClr val="675D59"/>
      </a:dk2>
      <a:lt2>
        <a:srgbClr val="E8DED8"/>
      </a:lt2>
      <a:accent1>
        <a:srgbClr val="FF7605"/>
      </a:accent1>
      <a:accent2>
        <a:srgbClr val="7F7F7F"/>
      </a:accent2>
      <a:accent3>
        <a:srgbClr val="7F5185"/>
      </a:accent3>
      <a:accent4>
        <a:srgbClr val="89AAD3"/>
      </a:accent4>
      <a:accent5>
        <a:srgbClr val="8F5B4B"/>
      </a:accent5>
      <a:accent6>
        <a:srgbClr val="C84340"/>
      </a:accent6>
      <a:hlink>
        <a:srgbClr val="89AAD3"/>
      </a:hlink>
      <a:folHlink>
        <a:srgbClr val="79518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TotalTime>
  <Words>1617</Words>
  <Application>Microsoft Office PowerPoint</Application>
  <PresentationFormat>On-screen Show (4:3)</PresentationFormat>
  <Paragraphs>230</Paragraphs>
  <Slides>21</Slides>
  <Notes>21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9" baseType="lpstr">
      <vt:lpstr>Arial</vt:lpstr>
      <vt:lpstr>Calibri</vt:lpstr>
      <vt:lpstr>Courier New</vt:lpstr>
      <vt:lpstr>Droid Sans Mono</vt:lpstr>
      <vt:lpstr>Noto Sans Symbols</vt:lpstr>
      <vt:lpstr>Times New Roman</vt:lpstr>
      <vt:lpstr>Thermal</vt:lpstr>
      <vt:lpstr>Microsoft Word 97 - 2003 Document</vt:lpstr>
      <vt:lpstr>CS212: Object-Oriented Programming</vt:lpstr>
      <vt:lpstr>PowerPoint Presentation</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Referring to the Current Object’s Members with the this Reference </vt:lpstr>
      <vt:lpstr>PowerPoint Presentation</vt:lpstr>
      <vt:lpstr>PowerPoint Presentation</vt:lpstr>
      <vt:lpstr>Common Programming Errors</vt:lpstr>
      <vt:lpstr>Performance Tip</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Dr. Mian M. Hamayun</dc:creator>
  <cp:lastModifiedBy>Ayesha Kanwal</cp:lastModifiedBy>
  <cp:revision>1</cp:revision>
  <dcterms:created xsi:type="dcterms:W3CDTF">2014-02-05T17:22:40Z</dcterms:created>
  <dcterms:modified xsi:type="dcterms:W3CDTF">2026-02-02T17:41:18Z</dcterms:modified>
</cp:coreProperties>
</file>